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3300" y="-19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114" cy="68576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13905"/>
            <a:ext cx="573278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412" y="1641792"/>
            <a:ext cx="11176635" cy="3782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5584" y="6477708"/>
            <a:ext cx="3869054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09374" y="6484909"/>
            <a:ext cx="268604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9EB2C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114" cy="68576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40080" y="502564"/>
            <a:ext cx="502920" cy="503555"/>
            <a:chOff x="640080" y="502564"/>
            <a:chExt cx="502920" cy="503555"/>
          </a:xfrm>
        </p:grpSpPr>
        <p:sp>
          <p:nvSpPr>
            <p:cNvPr id="4" name="object 4"/>
            <p:cNvSpPr/>
            <p:nvPr/>
          </p:nvSpPr>
          <p:spPr>
            <a:xfrm>
              <a:off x="640080" y="502564"/>
              <a:ext cx="502920" cy="503555"/>
            </a:xfrm>
            <a:custGeom>
              <a:avLst/>
              <a:gdLst/>
              <a:ahLst/>
              <a:cxnLst/>
              <a:rect l="l" t="t" r="r" b="b"/>
              <a:pathLst>
                <a:path w="502919" h="503555">
                  <a:moveTo>
                    <a:pt x="251637" y="0"/>
                  </a:moveTo>
                  <a:lnTo>
                    <a:pt x="186348" y="8682"/>
                  </a:lnTo>
                  <a:lnTo>
                    <a:pt x="125641" y="33832"/>
                  </a:lnTo>
                  <a:lnTo>
                    <a:pt x="73666" y="73837"/>
                  </a:lnTo>
                  <a:lnTo>
                    <a:pt x="33845" y="125996"/>
                  </a:lnTo>
                  <a:lnTo>
                    <a:pt x="8550" y="186521"/>
                  </a:lnTo>
                  <a:lnTo>
                    <a:pt x="0" y="251637"/>
                  </a:lnTo>
                  <a:lnTo>
                    <a:pt x="2148" y="284579"/>
                  </a:lnTo>
                  <a:lnTo>
                    <a:pt x="19138" y="347773"/>
                  </a:lnTo>
                  <a:lnTo>
                    <a:pt x="52085" y="404684"/>
                  </a:lnTo>
                  <a:lnTo>
                    <a:pt x="98285" y="451132"/>
                  </a:lnTo>
                  <a:lnTo>
                    <a:pt x="155202" y="483987"/>
                  </a:lnTo>
                  <a:lnTo>
                    <a:pt x="218640" y="501076"/>
                  </a:lnTo>
                  <a:lnTo>
                    <a:pt x="251637" y="503275"/>
                  </a:lnTo>
                  <a:lnTo>
                    <a:pt x="284429" y="501076"/>
                  </a:lnTo>
                  <a:lnTo>
                    <a:pt x="347723" y="483987"/>
                  </a:lnTo>
                  <a:lnTo>
                    <a:pt x="404634" y="451132"/>
                  </a:lnTo>
                  <a:lnTo>
                    <a:pt x="450834" y="404684"/>
                  </a:lnTo>
                  <a:lnTo>
                    <a:pt x="483781" y="347773"/>
                  </a:lnTo>
                  <a:lnTo>
                    <a:pt x="500771" y="284579"/>
                  </a:lnTo>
                  <a:lnTo>
                    <a:pt x="502920" y="251637"/>
                  </a:lnTo>
                  <a:lnTo>
                    <a:pt x="500771" y="218690"/>
                  </a:lnTo>
                  <a:lnTo>
                    <a:pt x="483781" y="155500"/>
                  </a:lnTo>
                  <a:lnTo>
                    <a:pt x="450834" y="98583"/>
                  </a:lnTo>
                  <a:lnTo>
                    <a:pt x="404634" y="52130"/>
                  </a:lnTo>
                  <a:lnTo>
                    <a:pt x="347723" y="19282"/>
                  </a:lnTo>
                  <a:lnTo>
                    <a:pt x="284429" y="2198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Linux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595" y="613079"/>
              <a:ext cx="281165" cy="28116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67104" y="634936"/>
            <a:ext cx="41027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1664" algn="l"/>
                <a:tab pos="2162810" algn="l"/>
                <a:tab pos="2844800" algn="l"/>
                <a:tab pos="3115945" algn="l"/>
              </a:tabLst>
            </a:pP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B</a:t>
            </a:r>
            <a:r>
              <a:rPr sz="1400" b="1" spc="-1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.T</a:t>
            </a:r>
            <a:r>
              <a:rPr sz="1400" b="1" spc="-11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E</a:t>
            </a:r>
            <a:r>
              <a:rPr sz="1400" b="1" spc="-12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C</a:t>
            </a:r>
            <a:r>
              <a:rPr sz="1400" b="1" spc="-11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H</a:t>
            </a:r>
            <a:r>
              <a:rPr sz="1400" b="1" spc="409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2</a:t>
            </a:r>
            <a:r>
              <a:rPr sz="1400" b="1" spc="-114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N</a:t>
            </a:r>
            <a:r>
              <a:rPr sz="1400" b="1" spc="-11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D</a:t>
            </a:r>
            <a:r>
              <a:rPr sz="1400" b="1" spc="41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Y</a:t>
            </a:r>
            <a:r>
              <a:rPr sz="1400" b="1" spc="-11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E</a:t>
            </a:r>
            <a:r>
              <a:rPr sz="1400" b="1" spc="-12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A</a:t>
            </a:r>
            <a:r>
              <a:rPr sz="1400" b="1" spc="-11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21D2ED"/>
                </a:solidFill>
                <a:latin typeface="Calibri"/>
                <a:cs typeface="Calibri"/>
              </a:rPr>
              <a:t>R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	</a:t>
            </a:r>
            <a:r>
              <a:rPr sz="1400" b="1" spc="-50" dirty="0">
                <a:solidFill>
                  <a:srgbClr val="21D2ED"/>
                </a:solidFill>
                <a:latin typeface="Calibri"/>
                <a:cs typeface="Calibri"/>
              </a:rPr>
              <a:t>·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O</a:t>
            </a:r>
            <a:r>
              <a:rPr sz="1400" b="1" spc="-1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S</a:t>
            </a:r>
            <a:r>
              <a:rPr sz="1400" b="1" spc="-1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S</a:t>
            </a:r>
            <a:r>
              <a:rPr sz="1400" b="1" spc="-114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21D2ED"/>
                </a:solidFill>
                <a:latin typeface="Calibri"/>
                <a:cs typeface="Calibri"/>
              </a:rPr>
              <a:t>P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	</a:t>
            </a:r>
            <a:r>
              <a:rPr sz="1400" b="1" spc="-50" dirty="0">
                <a:solidFill>
                  <a:srgbClr val="21D2ED"/>
                </a:solidFill>
                <a:latin typeface="Calibri"/>
                <a:cs typeface="Calibri"/>
              </a:rPr>
              <a:t>·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P</a:t>
            </a:r>
            <a:r>
              <a:rPr sz="1400" b="1" spc="-1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R</a:t>
            </a:r>
            <a:r>
              <a:rPr sz="1400" b="1" spc="-12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O</a:t>
            </a:r>
            <a:r>
              <a:rPr sz="1400" b="1" spc="-12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J</a:t>
            </a:r>
            <a:r>
              <a:rPr sz="1400" b="1" spc="-13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E</a:t>
            </a:r>
            <a:r>
              <a:rPr sz="1400" b="1" spc="-12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C</a:t>
            </a:r>
            <a:r>
              <a:rPr sz="1400" b="1" spc="-1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T</a:t>
            </a:r>
            <a:r>
              <a:rPr sz="1400" b="1" spc="409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21D2ED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27380" y="1221740"/>
            <a:ext cx="627507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200" spc="-75" dirty="0"/>
              <a:t>MULTI-</a:t>
            </a:r>
            <a:r>
              <a:rPr sz="4200" dirty="0"/>
              <a:t>PROCESS</a:t>
            </a:r>
            <a:r>
              <a:rPr sz="4200" spc="-185" dirty="0"/>
              <a:t> </a:t>
            </a:r>
            <a:r>
              <a:rPr sz="4200" spc="-10" dirty="0"/>
              <a:t>COMMAND </a:t>
            </a:r>
            <a:r>
              <a:rPr sz="4200" dirty="0"/>
              <a:t>PIPELINE</a:t>
            </a:r>
            <a:r>
              <a:rPr sz="4200" spc="-195" dirty="0"/>
              <a:t> </a:t>
            </a:r>
            <a:r>
              <a:rPr sz="4200" spc="-10" dirty="0"/>
              <a:t>SYSTEM</a:t>
            </a:r>
            <a:endParaRPr sz="4200"/>
          </a:p>
        </p:txBody>
      </p:sp>
      <p:grpSp>
        <p:nvGrpSpPr>
          <p:cNvPr id="24" name="object 24"/>
          <p:cNvGrpSpPr/>
          <p:nvPr/>
        </p:nvGrpSpPr>
        <p:grpSpPr>
          <a:xfrm>
            <a:off x="7811464" y="908100"/>
            <a:ext cx="3853179" cy="1795780"/>
            <a:chOff x="7811464" y="908100"/>
            <a:chExt cx="3853179" cy="1795780"/>
          </a:xfrm>
        </p:grpSpPr>
        <p:sp>
          <p:nvSpPr>
            <p:cNvPr id="25" name="object 25"/>
            <p:cNvSpPr/>
            <p:nvPr/>
          </p:nvSpPr>
          <p:spPr>
            <a:xfrm>
              <a:off x="7817764" y="914399"/>
              <a:ext cx="3840479" cy="1783080"/>
            </a:xfrm>
            <a:custGeom>
              <a:avLst/>
              <a:gdLst/>
              <a:ahLst/>
              <a:cxnLst/>
              <a:rect l="l" t="t" r="r" b="b"/>
              <a:pathLst>
                <a:path w="3840479" h="1783080">
                  <a:moveTo>
                    <a:pt x="376703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710004"/>
                  </a:lnTo>
                  <a:lnTo>
                    <a:pt x="597" y="1719275"/>
                  </a:lnTo>
                  <a:lnTo>
                    <a:pt x="607" y="1719430"/>
                  </a:lnTo>
                  <a:lnTo>
                    <a:pt x="21280" y="1761612"/>
                  </a:lnTo>
                  <a:lnTo>
                    <a:pt x="63442" y="1782472"/>
                  </a:lnTo>
                  <a:lnTo>
                    <a:pt x="73075" y="1783079"/>
                  </a:lnTo>
                  <a:lnTo>
                    <a:pt x="3767391" y="1782724"/>
                  </a:lnTo>
                  <a:lnTo>
                    <a:pt x="3811769" y="1767670"/>
                  </a:lnTo>
                  <a:lnTo>
                    <a:pt x="3838034" y="1728722"/>
                  </a:lnTo>
                  <a:lnTo>
                    <a:pt x="3840456" y="1710004"/>
                  </a:lnTo>
                  <a:lnTo>
                    <a:pt x="3840479" y="1709635"/>
                  </a:lnTo>
                  <a:lnTo>
                    <a:pt x="3840111" y="73075"/>
                  </a:lnTo>
                  <a:lnTo>
                    <a:pt x="3825070" y="28705"/>
                  </a:lnTo>
                  <a:lnTo>
                    <a:pt x="3786070" y="2428"/>
                  </a:lnTo>
                  <a:lnTo>
                    <a:pt x="3776669" y="607"/>
                  </a:lnTo>
                  <a:lnTo>
                    <a:pt x="376703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17764" y="914399"/>
              <a:ext cx="3840479" cy="1783080"/>
            </a:xfrm>
            <a:custGeom>
              <a:avLst/>
              <a:gdLst/>
              <a:ahLst/>
              <a:cxnLst/>
              <a:rect l="l" t="t" r="r" b="b"/>
              <a:pathLst>
                <a:path w="3840479" h="17830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46"/>
                  </a:lnTo>
                  <a:lnTo>
                    <a:pt x="73075" y="0"/>
                  </a:lnTo>
                  <a:lnTo>
                    <a:pt x="3767035" y="0"/>
                  </a:lnTo>
                  <a:lnTo>
                    <a:pt x="3811713" y="15104"/>
                  </a:lnTo>
                  <a:lnTo>
                    <a:pt x="3837682" y="54357"/>
                  </a:lnTo>
                  <a:lnTo>
                    <a:pt x="3840111" y="73075"/>
                  </a:lnTo>
                  <a:lnTo>
                    <a:pt x="3840479" y="1709635"/>
                  </a:lnTo>
                  <a:lnTo>
                    <a:pt x="3839872" y="1719275"/>
                  </a:lnTo>
                  <a:lnTo>
                    <a:pt x="3838049" y="1728676"/>
                  </a:lnTo>
                  <a:lnTo>
                    <a:pt x="3811769" y="1767670"/>
                  </a:lnTo>
                  <a:lnTo>
                    <a:pt x="3767391" y="1782724"/>
                  </a:lnTo>
                  <a:lnTo>
                    <a:pt x="73075" y="1783079"/>
                  </a:lnTo>
                  <a:lnTo>
                    <a:pt x="28398" y="1767975"/>
                  </a:lnTo>
                  <a:lnTo>
                    <a:pt x="2428" y="1728722"/>
                  </a:lnTo>
                  <a:lnTo>
                    <a:pt x="0" y="17100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0644" y="1042200"/>
              <a:ext cx="118795" cy="11879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1875" y="1042200"/>
              <a:ext cx="118808" cy="11879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03119" y="1042200"/>
              <a:ext cx="118795" cy="11879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8719464" y="993139"/>
            <a:ext cx="7321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EB2C7"/>
                </a:solidFill>
                <a:latin typeface="Calibri"/>
                <a:cs typeface="Calibri"/>
              </a:rPr>
              <a:t>user@linux:</a:t>
            </a:r>
            <a:r>
              <a:rPr sz="1000" spc="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9EB2C7"/>
                </a:solidFill>
                <a:latin typeface="Calibri"/>
                <a:cs typeface="Calibri"/>
              </a:rPr>
              <a:t>~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87944" y="1307980"/>
            <a:ext cx="3134995" cy="89979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b="1" dirty="0">
                <a:solidFill>
                  <a:srgbClr val="49DD7F"/>
                </a:solidFill>
                <a:latin typeface="Courier New"/>
                <a:cs typeface="Courier New"/>
              </a:rPr>
              <a:t>user@linux:~$</a:t>
            </a:r>
            <a:r>
              <a:rPr sz="1100" b="1" spc="-114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ourier New"/>
                <a:cs typeface="Courier New"/>
              </a:rPr>
              <a:t>./pipeline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30300"/>
              </a:lnSpc>
            </a:pPr>
            <a:r>
              <a:rPr sz="1100" spc="-10" dirty="0">
                <a:solidFill>
                  <a:srgbClr val="9EB2C7"/>
                </a:solidFill>
                <a:latin typeface="Courier New"/>
                <a:cs typeface="Courier New"/>
              </a:rPr>
              <a:t>Multi-</a:t>
            </a:r>
            <a:r>
              <a:rPr sz="1100" dirty="0">
                <a:solidFill>
                  <a:srgbClr val="9EB2C7"/>
                </a:solidFill>
                <a:latin typeface="Courier New"/>
                <a:cs typeface="Courier New"/>
              </a:rPr>
              <a:t>Process</a:t>
            </a:r>
            <a:r>
              <a:rPr sz="1100" spc="-60" dirty="0">
                <a:solidFill>
                  <a:srgbClr val="9EB2C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EB2C7"/>
                </a:solidFill>
                <a:latin typeface="Courier New"/>
                <a:cs typeface="Courier New"/>
              </a:rPr>
              <a:t>Command</a:t>
            </a:r>
            <a:r>
              <a:rPr sz="1100" spc="-60" dirty="0">
                <a:solidFill>
                  <a:srgbClr val="9EB2C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EB2C7"/>
                </a:solidFill>
                <a:latin typeface="Courier New"/>
                <a:cs typeface="Courier New"/>
              </a:rPr>
              <a:t>Pipeline</a:t>
            </a:r>
            <a:r>
              <a:rPr sz="1100" spc="-60" dirty="0">
                <a:solidFill>
                  <a:srgbClr val="9EB2C7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9EB2C7"/>
                </a:solidFill>
                <a:latin typeface="Courier New"/>
                <a:cs typeface="Courier New"/>
              </a:rPr>
              <a:t>System </a:t>
            </a:r>
            <a:r>
              <a:rPr sz="1100" dirty="0">
                <a:solidFill>
                  <a:srgbClr val="9EB2C7"/>
                </a:solidFill>
                <a:latin typeface="Courier New"/>
                <a:cs typeface="Courier New"/>
              </a:rPr>
              <a:t>Enter</a:t>
            </a:r>
            <a:r>
              <a:rPr sz="1100" spc="-40" dirty="0">
                <a:solidFill>
                  <a:srgbClr val="9EB2C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EB2C7"/>
                </a:solidFill>
                <a:latin typeface="Courier New"/>
                <a:cs typeface="Courier New"/>
              </a:rPr>
              <a:t>commands</a:t>
            </a:r>
            <a:r>
              <a:rPr sz="1100" spc="-35" dirty="0">
                <a:solidFill>
                  <a:srgbClr val="9EB2C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EB2C7"/>
                </a:solidFill>
                <a:latin typeface="Courier New"/>
                <a:cs typeface="Courier New"/>
              </a:rPr>
              <a:t>separated</a:t>
            </a:r>
            <a:r>
              <a:rPr sz="1100" spc="-40" dirty="0">
                <a:solidFill>
                  <a:srgbClr val="9EB2C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EB2C7"/>
                </a:solidFill>
                <a:latin typeface="Courier New"/>
                <a:cs typeface="Courier New"/>
              </a:rPr>
              <a:t>by</a:t>
            </a:r>
            <a:r>
              <a:rPr sz="1100" spc="-50" dirty="0">
                <a:solidFill>
                  <a:srgbClr val="9EB2C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EB2C7"/>
                </a:solidFill>
                <a:latin typeface="Courier New"/>
                <a:cs typeface="Courier New"/>
              </a:rPr>
              <a:t>|</a:t>
            </a:r>
            <a:r>
              <a:rPr sz="1100" spc="-45" dirty="0">
                <a:solidFill>
                  <a:srgbClr val="9EB2C7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9EB2C7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00" b="1" dirty="0">
                <a:solidFill>
                  <a:srgbClr val="21D2ED"/>
                </a:solidFill>
                <a:latin typeface="Courier New"/>
                <a:cs typeface="Courier New"/>
              </a:rPr>
              <a:t>&gt;</a:t>
            </a:r>
            <a:r>
              <a:rPr sz="1100" b="1" spc="-2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1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sz="11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grep</a:t>
            </a:r>
            <a:r>
              <a:rPr sz="11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.c</a:t>
            </a:r>
            <a:r>
              <a:rPr sz="11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sz="11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wc</a:t>
            </a:r>
            <a:r>
              <a:rPr sz="1100" spc="-20" dirty="0">
                <a:solidFill>
                  <a:srgbClr val="FFFFFF"/>
                </a:solidFill>
                <a:latin typeface="Courier New"/>
                <a:cs typeface="Courier New"/>
              </a:rPr>
              <a:t> -</a:t>
            </a:r>
            <a:r>
              <a:rPr sz="11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024" y="2913380"/>
            <a:ext cx="56553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solidFill>
                  <a:srgbClr val="21D2ED"/>
                </a:solidFill>
                <a:latin typeface="Calibri"/>
                <a:cs typeface="Calibri"/>
              </a:rPr>
              <a:t>Concurrent</a:t>
            </a:r>
            <a:r>
              <a:rPr sz="2200" i="1" spc="-6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21D2ED"/>
                </a:solidFill>
                <a:latin typeface="Calibri"/>
                <a:cs typeface="Calibri"/>
              </a:rPr>
              <a:t>Linux</a:t>
            </a:r>
            <a:r>
              <a:rPr sz="2200" i="1" spc="-6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21D2ED"/>
                </a:solidFill>
                <a:latin typeface="Calibri"/>
                <a:cs typeface="Calibri"/>
              </a:rPr>
              <a:t>Command</a:t>
            </a:r>
            <a:r>
              <a:rPr sz="2200" i="1" spc="-5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21D2ED"/>
                </a:solidFill>
                <a:latin typeface="Calibri"/>
                <a:cs typeface="Calibri"/>
              </a:rPr>
              <a:t>Execution</a:t>
            </a:r>
            <a:r>
              <a:rPr sz="2200" i="1" spc="-6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21D2ED"/>
                </a:solidFill>
                <a:latin typeface="Calibri"/>
                <a:cs typeface="Calibri"/>
              </a:rPr>
              <a:t>Using</a:t>
            </a:r>
            <a:r>
              <a:rPr sz="2200" i="1" spc="-6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21D2ED"/>
                </a:solidFill>
                <a:latin typeface="Calibri"/>
                <a:cs typeface="Calibri"/>
              </a:rPr>
              <a:t>Pipes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024" y="3598811"/>
            <a:ext cx="1367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P</a:t>
            </a:r>
            <a:r>
              <a:rPr sz="1200" b="1" spc="1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R</a:t>
            </a:r>
            <a:r>
              <a:rPr sz="1200" b="1" spc="1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E</a:t>
            </a:r>
            <a:r>
              <a:rPr sz="1200" b="1" spc="2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S</a:t>
            </a:r>
            <a:r>
              <a:rPr sz="1200" b="1" spc="1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E</a:t>
            </a:r>
            <a:r>
              <a:rPr sz="1200" b="1" spc="2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N</a:t>
            </a:r>
            <a:r>
              <a:rPr sz="1200" b="1" spc="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T</a:t>
            </a:r>
            <a:r>
              <a:rPr sz="1200" b="1" spc="1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E</a:t>
            </a:r>
            <a:r>
              <a:rPr sz="1200" b="1" spc="2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D</a:t>
            </a:r>
            <a:r>
              <a:rPr sz="1200" b="1" spc="160" dirty="0">
                <a:solidFill>
                  <a:srgbClr val="9EB2C7"/>
                </a:solid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9EB2C7"/>
                </a:solidFill>
                <a:latin typeface="Calibri"/>
                <a:cs typeface="Calibri"/>
              </a:rPr>
              <a:t>B</a:t>
            </a:r>
            <a:r>
              <a:rPr sz="1200" b="1" spc="-2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9EB2C7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3424" y="3925620"/>
            <a:ext cx="2115820" cy="881380"/>
            <a:chOff x="633424" y="3925620"/>
            <a:chExt cx="2115820" cy="881380"/>
          </a:xfrm>
        </p:grpSpPr>
        <p:sp>
          <p:nvSpPr>
            <p:cNvPr id="11" name="object 11"/>
            <p:cNvSpPr/>
            <p:nvPr/>
          </p:nvSpPr>
          <p:spPr>
            <a:xfrm>
              <a:off x="639724" y="3931919"/>
              <a:ext cx="2103120" cy="868680"/>
            </a:xfrm>
            <a:custGeom>
              <a:avLst/>
              <a:gdLst/>
              <a:ahLst/>
              <a:cxnLst/>
              <a:rect l="l" t="t" r="r" b="b"/>
              <a:pathLst>
                <a:path w="2103120" h="868679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594" y="804875"/>
                  </a:lnTo>
                  <a:lnTo>
                    <a:pt x="607" y="805080"/>
                  </a:lnTo>
                  <a:lnTo>
                    <a:pt x="2394" y="814276"/>
                  </a:lnTo>
                  <a:lnTo>
                    <a:pt x="2428" y="814455"/>
                  </a:lnTo>
                  <a:lnTo>
                    <a:pt x="5412" y="823339"/>
                  </a:lnTo>
                  <a:lnTo>
                    <a:pt x="36360" y="858964"/>
                  </a:lnTo>
                  <a:lnTo>
                    <a:pt x="73075" y="868679"/>
                  </a:lnTo>
                  <a:lnTo>
                    <a:pt x="2030031" y="868324"/>
                  </a:lnTo>
                  <a:lnTo>
                    <a:pt x="2074409" y="853220"/>
                  </a:lnTo>
                  <a:lnTo>
                    <a:pt x="2097572" y="823495"/>
                  </a:lnTo>
                  <a:lnTo>
                    <a:pt x="2097649" y="823339"/>
                  </a:lnTo>
                  <a:lnTo>
                    <a:pt x="2100629" y="814455"/>
                  </a:lnTo>
                  <a:lnTo>
                    <a:pt x="2100689" y="814276"/>
                  </a:lnTo>
                  <a:lnTo>
                    <a:pt x="2102472" y="805080"/>
                  </a:lnTo>
                  <a:lnTo>
                    <a:pt x="2102512" y="804875"/>
                  </a:lnTo>
                  <a:lnTo>
                    <a:pt x="2103096" y="795604"/>
                  </a:lnTo>
                  <a:lnTo>
                    <a:pt x="2103120" y="795235"/>
                  </a:lnTo>
                  <a:lnTo>
                    <a:pt x="2102751" y="73075"/>
                  </a:lnTo>
                  <a:lnTo>
                    <a:pt x="2087660" y="28705"/>
                  </a:lnTo>
                  <a:lnTo>
                    <a:pt x="2048710" y="2428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9724" y="3931919"/>
              <a:ext cx="2103120" cy="868680"/>
            </a:xfrm>
            <a:custGeom>
              <a:avLst/>
              <a:gdLst/>
              <a:ahLst/>
              <a:cxnLst/>
              <a:rect l="l" t="t" r="r" b="b"/>
              <a:pathLst>
                <a:path w="2103120" h="8686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4"/>
                  </a:lnTo>
                  <a:lnTo>
                    <a:pt x="2100322" y="54224"/>
                  </a:lnTo>
                  <a:lnTo>
                    <a:pt x="2102751" y="73075"/>
                  </a:lnTo>
                  <a:lnTo>
                    <a:pt x="2103120" y="795235"/>
                  </a:lnTo>
                  <a:lnTo>
                    <a:pt x="2102512" y="804875"/>
                  </a:lnTo>
                  <a:lnTo>
                    <a:pt x="2100689" y="814276"/>
                  </a:lnTo>
                  <a:lnTo>
                    <a:pt x="2074409" y="853220"/>
                  </a:lnTo>
                  <a:lnTo>
                    <a:pt x="2030031" y="868324"/>
                  </a:lnTo>
                  <a:lnTo>
                    <a:pt x="73075" y="868679"/>
                  </a:lnTo>
                  <a:lnTo>
                    <a:pt x="28548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0259" y="3901975"/>
            <a:ext cx="1163320" cy="6978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Bathula</a:t>
            </a:r>
            <a:r>
              <a:rPr sz="16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Neha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300" spc="-10" dirty="0">
                <a:solidFill>
                  <a:srgbClr val="21D2ED"/>
                </a:solidFill>
                <a:latin typeface="Courier New"/>
                <a:cs typeface="Courier New"/>
              </a:rPr>
              <a:t>2520090013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73704" y="3925620"/>
            <a:ext cx="2115820" cy="881380"/>
            <a:chOff x="2873704" y="3925620"/>
            <a:chExt cx="2115820" cy="881380"/>
          </a:xfrm>
        </p:grpSpPr>
        <p:sp>
          <p:nvSpPr>
            <p:cNvPr id="15" name="object 15"/>
            <p:cNvSpPr/>
            <p:nvPr/>
          </p:nvSpPr>
          <p:spPr>
            <a:xfrm>
              <a:off x="2880004" y="3931919"/>
              <a:ext cx="2103120" cy="868680"/>
            </a:xfrm>
            <a:custGeom>
              <a:avLst/>
              <a:gdLst/>
              <a:ahLst/>
              <a:cxnLst/>
              <a:rect l="l" t="t" r="r" b="b"/>
              <a:pathLst>
                <a:path w="2103120" h="868679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5412" y="823339"/>
                  </a:lnTo>
                  <a:lnTo>
                    <a:pt x="5464" y="823495"/>
                  </a:lnTo>
                  <a:lnTo>
                    <a:pt x="36360" y="858964"/>
                  </a:lnTo>
                  <a:lnTo>
                    <a:pt x="73075" y="868679"/>
                  </a:lnTo>
                  <a:lnTo>
                    <a:pt x="2030031" y="868324"/>
                  </a:lnTo>
                  <a:lnTo>
                    <a:pt x="2074409" y="853220"/>
                  </a:lnTo>
                  <a:lnTo>
                    <a:pt x="2100629" y="814455"/>
                  </a:lnTo>
                  <a:lnTo>
                    <a:pt x="2103120" y="795235"/>
                  </a:lnTo>
                  <a:lnTo>
                    <a:pt x="2102751" y="73075"/>
                  </a:lnTo>
                  <a:lnTo>
                    <a:pt x="2087660" y="28705"/>
                  </a:lnTo>
                  <a:lnTo>
                    <a:pt x="2048710" y="2428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80004" y="3931919"/>
              <a:ext cx="2103120" cy="868680"/>
            </a:xfrm>
            <a:custGeom>
              <a:avLst/>
              <a:gdLst/>
              <a:ahLst/>
              <a:cxnLst/>
              <a:rect l="l" t="t" r="r" b="b"/>
              <a:pathLst>
                <a:path w="2103120" h="8686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4"/>
                  </a:lnTo>
                  <a:lnTo>
                    <a:pt x="2100322" y="54224"/>
                  </a:lnTo>
                  <a:lnTo>
                    <a:pt x="2102751" y="73075"/>
                  </a:lnTo>
                  <a:lnTo>
                    <a:pt x="2103120" y="795235"/>
                  </a:lnTo>
                  <a:lnTo>
                    <a:pt x="2102512" y="804875"/>
                  </a:lnTo>
                  <a:lnTo>
                    <a:pt x="2100689" y="814276"/>
                  </a:lnTo>
                  <a:lnTo>
                    <a:pt x="2074409" y="853220"/>
                  </a:lnTo>
                  <a:lnTo>
                    <a:pt x="2030031" y="868324"/>
                  </a:lnTo>
                  <a:lnTo>
                    <a:pt x="73075" y="868679"/>
                  </a:lnTo>
                  <a:lnTo>
                    <a:pt x="28548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50539" y="3901975"/>
            <a:ext cx="1325245" cy="6978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Chakrika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Reddy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300" spc="-10" dirty="0">
                <a:solidFill>
                  <a:srgbClr val="21D2ED"/>
                </a:solidFill>
                <a:latin typeface="Courier New"/>
                <a:cs typeface="Courier New"/>
              </a:rPr>
              <a:t>2520090044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13984" y="3925620"/>
            <a:ext cx="2115820" cy="881380"/>
            <a:chOff x="5113984" y="3925620"/>
            <a:chExt cx="2115820" cy="881380"/>
          </a:xfrm>
        </p:grpSpPr>
        <p:sp>
          <p:nvSpPr>
            <p:cNvPr id="19" name="object 19"/>
            <p:cNvSpPr/>
            <p:nvPr/>
          </p:nvSpPr>
          <p:spPr>
            <a:xfrm>
              <a:off x="5120284" y="3931919"/>
              <a:ext cx="2103120" cy="868680"/>
            </a:xfrm>
            <a:custGeom>
              <a:avLst/>
              <a:gdLst/>
              <a:ahLst/>
              <a:cxnLst/>
              <a:rect l="l" t="t" r="r" b="b"/>
              <a:pathLst>
                <a:path w="2103120" h="868679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15091" y="839974"/>
                  </a:lnTo>
                  <a:lnTo>
                    <a:pt x="54041" y="866251"/>
                  </a:lnTo>
                  <a:lnTo>
                    <a:pt x="73075" y="868679"/>
                  </a:lnTo>
                  <a:lnTo>
                    <a:pt x="2030031" y="868324"/>
                  </a:lnTo>
                  <a:lnTo>
                    <a:pt x="2074409" y="853220"/>
                  </a:lnTo>
                  <a:lnTo>
                    <a:pt x="2097572" y="823495"/>
                  </a:lnTo>
                  <a:lnTo>
                    <a:pt x="2097649" y="823339"/>
                  </a:lnTo>
                  <a:lnTo>
                    <a:pt x="2103096" y="795604"/>
                  </a:lnTo>
                  <a:lnTo>
                    <a:pt x="2103120" y="795235"/>
                  </a:lnTo>
                  <a:lnTo>
                    <a:pt x="2102751" y="73075"/>
                  </a:lnTo>
                  <a:lnTo>
                    <a:pt x="2087660" y="28705"/>
                  </a:lnTo>
                  <a:lnTo>
                    <a:pt x="2048710" y="2428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20284" y="3931919"/>
              <a:ext cx="2103120" cy="868680"/>
            </a:xfrm>
            <a:custGeom>
              <a:avLst/>
              <a:gdLst/>
              <a:ahLst/>
              <a:cxnLst/>
              <a:rect l="l" t="t" r="r" b="b"/>
              <a:pathLst>
                <a:path w="2103120" h="8686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4"/>
                  </a:lnTo>
                  <a:lnTo>
                    <a:pt x="2100322" y="54224"/>
                  </a:lnTo>
                  <a:lnTo>
                    <a:pt x="2102751" y="73075"/>
                  </a:lnTo>
                  <a:lnTo>
                    <a:pt x="2103120" y="795235"/>
                  </a:lnTo>
                  <a:lnTo>
                    <a:pt x="2102512" y="804875"/>
                  </a:lnTo>
                  <a:lnTo>
                    <a:pt x="2100689" y="814276"/>
                  </a:lnTo>
                  <a:lnTo>
                    <a:pt x="2074409" y="853220"/>
                  </a:lnTo>
                  <a:lnTo>
                    <a:pt x="2030031" y="868324"/>
                  </a:lnTo>
                  <a:lnTo>
                    <a:pt x="73075" y="868679"/>
                  </a:lnTo>
                  <a:lnTo>
                    <a:pt x="28548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290820" y="3901975"/>
            <a:ext cx="1014094" cy="6978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Harshika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300" spc="-10" dirty="0">
                <a:solidFill>
                  <a:srgbClr val="21D2ED"/>
                </a:solidFill>
                <a:latin typeface="Courier New"/>
                <a:cs typeface="Courier New"/>
              </a:rPr>
              <a:t>2520090047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801889" y="3732809"/>
            <a:ext cx="1037590" cy="1037590"/>
            <a:chOff x="7801889" y="3732809"/>
            <a:chExt cx="1037590" cy="1037590"/>
          </a:xfrm>
        </p:grpSpPr>
        <p:sp>
          <p:nvSpPr>
            <p:cNvPr id="33" name="object 33"/>
            <p:cNvSpPr/>
            <p:nvPr/>
          </p:nvSpPr>
          <p:spPr>
            <a:xfrm>
              <a:off x="7817764" y="374868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20" y="0"/>
                  </a:moveTo>
                  <a:lnTo>
                    <a:pt x="450240" y="2784"/>
                  </a:lnTo>
                  <a:lnTo>
                    <a:pt x="398320" y="11045"/>
                  </a:lnTo>
                  <a:lnTo>
                    <a:pt x="347575" y="24644"/>
                  </a:lnTo>
                  <a:lnTo>
                    <a:pt x="298419" y="43445"/>
                  </a:lnTo>
                  <a:lnTo>
                    <a:pt x="251269" y="67309"/>
                  </a:lnTo>
                  <a:lnTo>
                    <a:pt x="207084" y="96121"/>
                  </a:lnTo>
                  <a:lnTo>
                    <a:pt x="166302" y="129216"/>
                  </a:lnTo>
                  <a:lnTo>
                    <a:pt x="129216" y="166302"/>
                  </a:lnTo>
                  <a:lnTo>
                    <a:pt x="96121" y="207084"/>
                  </a:lnTo>
                  <a:lnTo>
                    <a:pt x="67309" y="251269"/>
                  </a:lnTo>
                  <a:lnTo>
                    <a:pt x="43445" y="298419"/>
                  </a:lnTo>
                  <a:lnTo>
                    <a:pt x="24644" y="347575"/>
                  </a:lnTo>
                  <a:lnTo>
                    <a:pt x="11045" y="398320"/>
                  </a:lnTo>
                  <a:lnTo>
                    <a:pt x="2784" y="450240"/>
                  </a:lnTo>
                  <a:lnTo>
                    <a:pt x="0" y="502919"/>
                  </a:lnTo>
                  <a:lnTo>
                    <a:pt x="2784" y="555598"/>
                  </a:lnTo>
                  <a:lnTo>
                    <a:pt x="11045" y="607514"/>
                  </a:lnTo>
                  <a:lnTo>
                    <a:pt x="24644" y="658256"/>
                  </a:lnTo>
                  <a:lnTo>
                    <a:pt x="43445" y="707408"/>
                  </a:lnTo>
                  <a:lnTo>
                    <a:pt x="67309" y="754557"/>
                  </a:lnTo>
                  <a:lnTo>
                    <a:pt x="96121" y="798742"/>
                  </a:lnTo>
                  <a:lnTo>
                    <a:pt x="129216" y="839525"/>
                  </a:lnTo>
                  <a:lnTo>
                    <a:pt x="166302" y="876610"/>
                  </a:lnTo>
                  <a:lnTo>
                    <a:pt x="207084" y="909706"/>
                  </a:lnTo>
                  <a:lnTo>
                    <a:pt x="251269" y="938517"/>
                  </a:lnTo>
                  <a:lnTo>
                    <a:pt x="298419" y="962382"/>
                  </a:lnTo>
                  <a:lnTo>
                    <a:pt x="347575" y="981186"/>
                  </a:lnTo>
                  <a:lnTo>
                    <a:pt x="398320" y="994790"/>
                  </a:lnTo>
                  <a:lnTo>
                    <a:pt x="450240" y="1003054"/>
                  </a:lnTo>
                  <a:lnTo>
                    <a:pt x="502920" y="1005839"/>
                  </a:lnTo>
                  <a:lnTo>
                    <a:pt x="555595" y="1003054"/>
                  </a:lnTo>
                  <a:lnTo>
                    <a:pt x="607491" y="994790"/>
                  </a:lnTo>
                  <a:lnTo>
                    <a:pt x="658176" y="981186"/>
                  </a:lnTo>
                  <a:lnTo>
                    <a:pt x="707220" y="962382"/>
                  </a:lnTo>
                  <a:lnTo>
                    <a:pt x="754189" y="938517"/>
                  </a:lnTo>
                  <a:lnTo>
                    <a:pt x="798554" y="909706"/>
                  </a:lnTo>
                  <a:lnTo>
                    <a:pt x="839445" y="876610"/>
                  </a:lnTo>
                  <a:lnTo>
                    <a:pt x="876587" y="839525"/>
                  </a:lnTo>
                  <a:lnTo>
                    <a:pt x="909703" y="798742"/>
                  </a:lnTo>
                  <a:lnTo>
                    <a:pt x="938517" y="754557"/>
                  </a:lnTo>
                  <a:lnTo>
                    <a:pt x="962382" y="707408"/>
                  </a:lnTo>
                  <a:lnTo>
                    <a:pt x="981186" y="658256"/>
                  </a:lnTo>
                  <a:lnTo>
                    <a:pt x="994790" y="607514"/>
                  </a:lnTo>
                  <a:lnTo>
                    <a:pt x="1003054" y="555598"/>
                  </a:lnTo>
                  <a:lnTo>
                    <a:pt x="1005840" y="502919"/>
                  </a:lnTo>
                  <a:lnTo>
                    <a:pt x="1003054" y="450240"/>
                  </a:lnTo>
                  <a:lnTo>
                    <a:pt x="994790" y="398320"/>
                  </a:lnTo>
                  <a:lnTo>
                    <a:pt x="981186" y="347575"/>
                  </a:lnTo>
                  <a:lnTo>
                    <a:pt x="962382" y="298419"/>
                  </a:lnTo>
                  <a:lnTo>
                    <a:pt x="938517" y="251269"/>
                  </a:lnTo>
                  <a:lnTo>
                    <a:pt x="909703" y="207084"/>
                  </a:lnTo>
                  <a:lnTo>
                    <a:pt x="876587" y="166302"/>
                  </a:lnTo>
                  <a:lnTo>
                    <a:pt x="839445" y="129216"/>
                  </a:lnTo>
                  <a:lnTo>
                    <a:pt x="798554" y="96121"/>
                  </a:lnTo>
                  <a:lnTo>
                    <a:pt x="754189" y="67309"/>
                  </a:lnTo>
                  <a:lnTo>
                    <a:pt x="707220" y="43445"/>
                  </a:lnTo>
                  <a:lnTo>
                    <a:pt x="658176" y="24644"/>
                  </a:lnTo>
                  <a:lnTo>
                    <a:pt x="607491" y="11045"/>
                  </a:lnTo>
                  <a:lnTo>
                    <a:pt x="555595" y="278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17764" y="374868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0" y="502919"/>
                  </a:moveTo>
                  <a:lnTo>
                    <a:pt x="2784" y="450240"/>
                  </a:lnTo>
                  <a:lnTo>
                    <a:pt x="11045" y="398320"/>
                  </a:lnTo>
                  <a:lnTo>
                    <a:pt x="24644" y="347575"/>
                  </a:lnTo>
                  <a:lnTo>
                    <a:pt x="43445" y="298419"/>
                  </a:lnTo>
                  <a:lnTo>
                    <a:pt x="67309" y="251269"/>
                  </a:lnTo>
                  <a:lnTo>
                    <a:pt x="96121" y="207084"/>
                  </a:lnTo>
                  <a:lnTo>
                    <a:pt x="129216" y="166302"/>
                  </a:lnTo>
                  <a:lnTo>
                    <a:pt x="166302" y="129216"/>
                  </a:lnTo>
                  <a:lnTo>
                    <a:pt x="207084" y="96121"/>
                  </a:lnTo>
                  <a:lnTo>
                    <a:pt x="251269" y="67309"/>
                  </a:lnTo>
                  <a:lnTo>
                    <a:pt x="298419" y="43445"/>
                  </a:lnTo>
                  <a:lnTo>
                    <a:pt x="347575" y="24644"/>
                  </a:lnTo>
                  <a:lnTo>
                    <a:pt x="398320" y="11045"/>
                  </a:lnTo>
                  <a:lnTo>
                    <a:pt x="450240" y="2784"/>
                  </a:lnTo>
                  <a:lnTo>
                    <a:pt x="502920" y="0"/>
                  </a:lnTo>
                  <a:lnTo>
                    <a:pt x="555595" y="2784"/>
                  </a:lnTo>
                  <a:lnTo>
                    <a:pt x="607491" y="11045"/>
                  </a:lnTo>
                  <a:lnTo>
                    <a:pt x="658176" y="24644"/>
                  </a:lnTo>
                  <a:lnTo>
                    <a:pt x="707220" y="43445"/>
                  </a:lnTo>
                  <a:lnTo>
                    <a:pt x="754189" y="67309"/>
                  </a:lnTo>
                  <a:lnTo>
                    <a:pt x="798554" y="96121"/>
                  </a:lnTo>
                  <a:lnTo>
                    <a:pt x="839445" y="129216"/>
                  </a:lnTo>
                  <a:lnTo>
                    <a:pt x="876587" y="166302"/>
                  </a:lnTo>
                  <a:lnTo>
                    <a:pt x="909703" y="207084"/>
                  </a:lnTo>
                  <a:lnTo>
                    <a:pt x="938517" y="251269"/>
                  </a:lnTo>
                  <a:lnTo>
                    <a:pt x="962382" y="298419"/>
                  </a:lnTo>
                  <a:lnTo>
                    <a:pt x="981186" y="347575"/>
                  </a:lnTo>
                  <a:lnTo>
                    <a:pt x="994790" y="398320"/>
                  </a:lnTo>
                  <a:lnTo>
                    <a:pt x="1003054" y="450240"/>
                  </a:lnTo>
                  <a:lnTo>
                    <a:pt x="1005840" y="502919"/>
                  </a:lnTo>
                  <a:lnTo>
                    <a:pt x="1003054" y="555598"/>
                  </a:lnTo>
                  <a:lnTo>
                    <a:pt x="994790" y="607514"/>
                  </a:lnTo>
                  <a:lnTo>
                    <a:pt x="981186" y="658256"/>
                  </a:lnTo>
                  <a:lnTo>
                    <a:pt x="962382" y="707408"/>
                  </a:lnTo>
                  <a:lnTo>
                    <a:pt x="938517" y="754557"/>
                  </a:lnTo>
                  <a:lnTo>
                    <a:pt x="909703" y="798742"/>
                  </a:lnTo>
                  <a:lnTo>
                    <a:pt x="876587" y="839525"/>
                  </a:lnTo>
                  <a:lnTo>
                    <a:pt x="839445" y="876610"/>
                  </a:lnTo>
                  <a:lnTo>
                    <a:pt x="798554" y="909706"/>
                  </a:lnTo>
                  <a:lnTo>
                    <a:pt x="754189" y="938517"/>
                  </a:lnTo>
                  <a:lnTo>
                    <a:pt x="707220" y="962382"/>
                  </a:lnTo>
                  <a:lnTo>
                    <a:pt x="658176" y="981186"/>
                  </a:lnTo>
                  <a:lnTo>
                    <a:pt x="607491" y="994790"/>
                  </a:lnTo>
                  <a:lnTo>
                    <a:pt x="555595" y="1003054"/>
                  </a:lnTo>
                  <a:lnTo>
                    <a:pt x="502920" y="1005839"/>
                  </a:lnTo>
                  <a:lnTo>
                    <a:pt x="450240" y="1003054"/>
                  </a:lnTo>
                  <a:lnTo>
                    <a:pt x="398320" y="994790"/>
                  </a:lnTo>
                  <a:lnTo>
                    <a:pt x="347575" y="981186"/>
                  </a:lnTo>
                  <a:lnTo>
                    <a:pt x="298419" y="962382"/>
                  </a:lnTo>
                  <a:lnTo>
                    <a:pt x="251269" y="938517"/>
                  </a:lnTo>
                  <a:lnTo>
                    <a:pt x="207084" y="909706"/>
                  </a:lnTo>
                  <a:lnTo>
                    <a:pt x="166302" y="876610"/>
                  </a:lnTo>
                  <a:lnTo>
                    <a:pt x="129216" y="839525"/>
                  </a:lnTo>
                  <a:lnTo>
                    <a:pt x="96121" y="798742"/>
                  </a:lnTo>
                  <a:lnTo>
                    <a:pt x="67309" y="754557"/>
                  </a:lnTo>
                  <a:lnTo>
                    <a:pt x="43445" y="707408"/>
                  </a:lnTo>
                  <a:lnTo>
                    <a:pt x="24644" y="658256"/>
                  </a:lnTo>
                  <a:lnTo>
                    <a:pt x="11045" y="607514"/>
                  </a:lnTo>
                  <a:lnTo>
                    <a:pt x="2784" y="555598"/>
                  </a:lnTo>
                  <a:lnTo>
                    <a:pt x="0" y="502919"/>
                  </a:lnTo>
                  <a:close/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201062" y="4131983"/>
            <a:ext cx="2387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21D2ED"/>
                </a:solidFill>
                <a:latin typeface="Courier New"/>
                <a:cs typeface="Courier New"/>
              </a:rPr>
              <a:t>ls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826080" y="3732809"/>
            <a:ext cx="1431290" cy="1037590"/>
            <a:chOff x="8826080" y="3732809"/>
            <a:chExt cx="1431290" cy="1037590"/>
          </a:xfrm>
        </p:grpSpPr>
        <p:sp>
          <p:nvSpPr>
            <p:cNvPr id="38" name="object 38"/>
            <p:cNvSpPr/>
            <p:nvPr/>
          </p:nvSpPr>
          <p:spPr>
            <a:xfrm>
              <a:off x="8841955" y="4251959"/>
              <a:ext cx="287020" cy="635"/>
            </a:xfrm>
            <a:custGeom>
              <a:avLst/>
              <a:gdLst/>
              <a:ahLst/>
              <a:cxnLst/>
              <a:rect l="l" t="t" r="r" b="b"/>
              <a:pathLst>
                <a:path w="287020" h="635">
                  <a:moveTo>
                    <a:pt x="0" y="0"/>
                  </a:moveTo>
                  <a:lnTo>
                    <a:pt x="286562" y="355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122041" y="4204804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0" y="95034"/>
                  </a:lnTo>
                  <a:lnTo>
                    <a:pt x="95034" y="475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235084" y="374868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20" y="0"/>
                  </a:moveTo>
                  <a:lnTo>
                    <a:pt x="450243" y="2784"/>
                  </a:lnTo>
                  <a:lnTo>
                    <a:pt x="398344" y="11045"/>
                  </a:lnTo>
                  <a:lnTo>
                    <a:pt x="347654" y="24644"/>
                  </a:lnTo>
                  <a:lnTo>
                    <a:pt x="298608" y="43445"/>
                  </a:lnTo>
                  <a:lnTo>
                    <a:pt x="251637" y="67309"/>
                  </a:lnTo>
                  <a:lnTo>
                    <a:pt x="207272" y="96121"/>
                  </a:lnTo>
                  <a:lnTo>
                    <a:pt x="166381" y="129216"/>
                  </a:lnTo>
                  <a:lnTo>
                    <a:pt x="129239" y="166302"/>
                  </a:lnTo>
                  <a:lnTo>
                    <a:pt x="96123" y="207084"/>
                  </a:lnTo>
                  <a:lnTo>
                    <a:pt x="67309" y="251269"/>
                  </a:lnTo>
                  <a:lnTo>
                    <a:pt x="43445" y="298419"/>
                  </a:lnTo>
                  <a:lnTo>
                    <a:pt x="24644" y="347575"/>
                  </a:lnTo>
                  <a:lnTo>
                    <a:pt x="11045" y="398320"/>
                  </a:lnTo>
                  <a:lnTo>
                    <a:pt x="2784" y="450240"/>
                  </a:lnTo>
                  <a:lnTo>
                    <a:pt x="0" y="502919"/>
                  </a:lnTo>
                  <a:lnTo>
                    <a:pt x="2784" y="555598"/>
                  </a:lnTo>
                  <a:lnTo>
                    <a:pt x="11045" y="607514"/>
                  </a:lnTo>
                  <a:lnTo>
                    <a:pt x="24644" y="658256"/>
                  </a:lnTo>
                  <a:lnTo>
                    <a:pt x="43445" y="707408"/>
                  </a:lnTo>
                  <a:lnTo>
                    <a:pt x="67309" y="754557"/>
                  </a:lnTo>
                  <a:lnTo>
                    <a:pt x="96123" y="798742"/>
                  </a:lnTo>
                  <a:lnTo>
                    <a:pt x="129239" y="839525"/>
                  </a:lnTo>
                  <a:lnTo>
                    <a:pt x="166381" y="876610"/>
                  </a:lnTo>
                  <a:lnTo>
                    <a:pt x="207272" y="909706"/>
                  </a:lnTo>
                  <a:lnTo>
                    <a:pt x="251637" y="938517"/>
                  </a:lnTo>
                  <a:lnTo>
                    <a:pt x="298608" y="962382"/>
                  </a:lnTo>
                  <a:lnTo>
                    <a:pt x="347654" y="981186"/>
                  </a:lnTo>
                  <a:lnTo>
                    <a:pt x="398344" y="994790"/>
                  </a:lnTo>
                  <a:lnTo>
                    <a:pt x="450243" y="1003054"/>
                  </a:lnTo>
                  <a:lnTo>
                    <a:pt x="502920" y="1005839"/>
                  </a:lnTo>
                  <a:lnTo>
                    <a:pt x="555598" y="1003054"/>
                  </a:lnTo>
                  <a:lnTo>
                    <a:pt x="607514" y="994790"/>
                  </a:lnTo>
                  <a:lnTo>
                    <a:pt x="658256" y="981186"/>
                  </a:lnTo>
                  <a:lnTo>
                    <a:pt x="707408" y="962382"/>
                  </a:lnTo>
                  <a:lnTo>
                    <a:pt x="754557" y="938517"/>
                  </a:lnTo>
                  <a:lnTo>
                    <a:pt x="798742" y="909706"/>
                  </a:lnTo>
                  <a:lnTo>
                    <a:pt x="839525" y="876610"/>
                  </a:lnTo>
                  <a:lnTo>
                    <a:pt x="876610" y="839525"/>
                  </a:lnTo>
                  <a:lnTo>
                    <a:pt x="909706" y="798742"/>
                  </a:lnTo>
                  <a:lnTo>
                    <a:pt x="938517" y="754557"/>
                  </a:lnTo>
                  <a:lnTo>
                    <a:pt x="962382" y="707408"/>
                  </a:lnTo>
                  <a:lnTo>
                    <a:pt x="981186" y="658256"/>
                  </a:lnTo>
                  <a:lnTo>
                    <a:pt x="994790" y="607514"/>
                  </a:lnTo>
                  <a:lnTo>
                    <a:pt x="1003054" y="555598"/>
                  </a:lnTo>
                  <a:lnTo>
                    <a:pt x="1005839" y="502919"/>
                  </a:lnTo>
                  <a:lnTo>
                    <a:pt x="1003054" y="450240"/>
                  </a:lnTo>
                  <a:lnTo>
                    <a:pt x="994790" y="398320"/>
                  </a:lnTo>
                  <a:lnTo>
                    <a:pt x="981186" y="347575"/>
                  </a:lnTo>
                  <a:lnTo>
                    <a:pt x="962382" y="298419"/>
                  </a:lnTo>
                  <a:lnTo>
                    <a:pt x="938517" y="251269"/>
                  </a:lnTo>
                  <a:lnTo>
                    <a:pt x="909706" y="207084"/>
                  </a:lnTo>
                  <a:lnTo>
                    <a:pt x="876610" y="166302"/>
                  </a:lnTo>
                  <a:lnTo>
                    <a:pt x="839525" y="129216"/>
                  </a:lnTo>
                  <a:lnTo>
                    <a:pt x="798742" y="96121"/>
                  </a:lnTo>
                  <a:lnTo>
                    <a:pt x="754557" y="67309"/>
                  </a:lnTo>
                  <a:lnTo>
                    <a:pt x="707408" y="43445"/>
                  </a:lnTo>
                  <a:lnTo>
                    <a:pt x="658256" y="24644"/>
                  </a:lnTo>
                  <a:lnTo>
                    <a:pt x="607514" y="11045"/>
                  </a:lnTo>
                  <a:lnTo>
                    <a:pt x="555598" y="278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235084" y="374868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0" y="502919"/>
                  </a:moveTo>
                  <a:lnTo>
                    <a:pt x="2784" y="450240"/>
                  </a:lnTo>
                  <a:lnTo>
                    <a:pt x="11045" y="398320"/>
                  </a:lnTo>
                  <a:lnTo>
                    <a:pt x="24644" y="347575"/>
                  </a:lnTo>
                  <a:lnTo>
                    <a:pt x="43445" y="298419"/>
                  </a:lnTo>
                  <a:lnTo>
                    <a:pt x="67309" y="251269"/>
                  </a:lnTo>
                  <a:lnTo>
                    <a:pt x="96123" y="207084"/>
                  </a:lnTo>
                  <a:lnTo>
                    <a:pt x="129239" y="166302"/>
                  </a:lnTo>
                  <a:lnTo>
                    <a:pt x="166381" y="129216"/>
                  </a:lnTo>
                  <a:lnTo>
                    <a:pt x="207272" y="96121"/>
                  </a:lnTo>
                  <a:lnTo>
                    <a:pt x="251637" y="67309"/>
                  </a:lnTo>
                  <a:lnTo>
                    <a:pt x="298608" y="43445"/>
                  </a:lnTo>
                  <a:lnTo>
                    <a:pt x="347654" y="24644"/>
                  </a:lnTo>
                  <a:lnTo>
                    <a:pt x="398344" y="11045"/>
                  </a:lnTo>
                  <a:lnTo>
                    <a:pt x="450243" y="2784"/>
                  </a:lnTo>
                  <a:lnTo>
                    <a:pt x="502920" y="0"/>
                  </a:lnTo>
                  <a:lnTo>
                    <a:pt x="555598" y="2784"/>
                  </a:lnTo>
                  <a:lnTo>
                    <a:pt x="607514" y="11045"/>
                  </a:lnTo>
                  <a:lnTo>
                    <a:pt x="658256" y="24644"/>
                  </a:lnTo>
                  <a:lnTo>
                    <a:pt x="707408" y="43445"/>
                  </a:lnTo>
                  <a:lnTo>
                    <a:pt x="754557" y="67309"/>
                  </a:lnTo>
                  <a:lnTo>
                    <a:pt x="798742" y="96121"/>
                  </a:lnTo>
                  <a:lnTo>
                    <a:pt x="839525" y="129216"/>
                  </a:lnTo>
                  <a:lnTo>
                    <a:pt x="876610" y="166302"/>
                  </a:lnTo>
                  <a:lnTo>
                    <a:pt x="909706" y="207084"/>
                  </a:lnTo>
                  <a:lnTo>
                    <a:pt x="938517" y="251269"/>
                  </a:lnTo>
                  <a:lnTo>
                    <a:pt x="962382" y="298419"/>
                  </a:lnTo>
                  <a:lnTo>
                    <a:pt x="981186" y="347575"/>
                  </a:lnTo>
                  <a:lnTo>
                    <a:pt x="994790" y="398320"/>
                  </a:lnTo>
                  <a:lnTo>
                    <a:pt x="1003054" y="450240"/>
                  </a:lnTo>
                  <a:lnTo>
                    <a:pt x="1005839" y="502919"/>
                  </a:lnTo>
                  <a:lnTo>
                    <a:pt x="1003054" y="555598"/>
                  </a:lnTo>
                  <a:lnTo>
                    <a:pt x="994790" y="607514"/>
                  </a:lnTo>
                  <a:lnTo>
                    <a:pt x="981186" y="658256"/>
                  </a:lnTo>
                  <a:lnTo>
                    <a:pt x="962382" y="707408"/>
                  </a:lnTo>
                  <a:lnTo>
                    <a:pt x="938517" y="754557"/>
                  </a:lnTo>
                  <a:lnTo>
                    <a:pt x="909706" y="798742"/>
                  </a:lnTo>
                  <a:lnTo>
                    <a:pt x="876610" y="839525"/>
                  </a:lnTo>
                  <a:lnTo>
                    <a:pt x="839525" y="876610"/>
                  </a:lnTo>
                  <a:lnTo>
                    <a:pt x="798742" y="909706"/>
                  </a:lnTo>
                  <a:lnTo>
                    <a:pt x="754557" y="938517"/>
                  </a:lnTo>
                  <a:lnTo>
                    <a:pt x="707408" y="962382"/>
                  </a:lnTo>
                  <a:lnTo>
                    <a:pt x="658256" y="981186"/>
                  </a:lnTo>
                  <a:lnTo>
                    <a:pt x="607514" y="994790"/>
                  </a:lnTo>
                  <a:lnTo>
                    <a:pt x="555598" y="1003054"/>
                  </a:lnTo>
                  <a:lnTo>
                    <a:pt x="502920" y="1005839"/>
                  </a:lnTo>
                  <a:lnTo>
                    <a:pt x="450243" y="1003054"/>
                  </a:lnTo>
                  <a:lnTo>
                    <a:pt x="398344" y="994790"/>
                  </a:lnTo>
                  <a:lnTo>
                    <a:pt x="347654" y="981186"/>
                  </a:lnTo>
                  <a:lnTo>
                    <a:pt x="298608" y="962382"/>
                  </a:lnTo>
                  <a:lnTo>
                    <a:pt x="251637" y="938517"/>
                  </a:lnTo>
                  <a:lnTo>
                    <a:pt x="207272" y="909706"/>
                  </a:lnTo>
                  <a:lnTo>
                    <a:pt x="166381" y="876610"/>
                  </a:lnTo>
                  <a:lnTo>
                    <a:pt x="129239" y="839525"/>
                  </a:lnTo>
                  <a:lnTo>
                    <a:pt x="96123" y="798742"/>
                  </a:lnTo>
                  <a:lnTo>
                    <a:pt x="67309" y="754557"/>
                  </a:lnTo>
                  <a:lnTo>
                    <a:pt x="43445" y="707408"/>
                  </a:lnTo>
                  <a:lnTo>
                    <a:pt x="24644" y="658256"/>
                  </a:lnTo>
                  <a:lnTo>
                    <a:pt x="11045" y="607514"/>
                  </a:lnTo>
                  <a:lnTo>
                    <a:pt x="2784" y="555598"/>
                  </a:lnTo>
                  <a:lnTo>
                    <a:pt x="0" y="502919"/>
                  </a:lnTo>
                  <a:close/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895498" y="3919220"/>
            <a:ext cx="2679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20" dirty="0">
                <a:solidFill>
                  <a:srgbClr val="21D2ED"/>
                </a:solidFill>
                <a:latin typeface="Calibri"/>
                <a:cs typeface="Calibri"/>
              </a:rPr>
              <a:t>pipe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350895" y="4131983"/>
            <a:ext cx="7734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1D2ED"/>
                </a:solidFill>
                <a:latin typeface="Courier New"/>
                <a:cs typeface="Courier New"/>
              </a:rPr>
              <a:t>grep</a:t>
            </a:r>
            <a:r>
              <a:rPr sz="1400" b="1" spc="-2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400" b="1" spc="-35" dirty="0">
                <a:solidFill>
                  <a:srgbClr val="21D2ED"/>
                </a:solidFill>
                <a:latin typeface="Courier New"/>
                <a:cs typeface="Courier New"/>
              </a:rPr>
              <a:t>.c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0243435" y="3732844"/>
            <a:ext cx="1430655" cy="1037590"/>
            <a:chOff x="10243435" y="3732844"/>
            <a:chExt cx="1430655" cy="1037590"/>
          </a:xfrm>
        </p:grpSpPr>
        <p:sp>
          <p:nvSpPr>
            <p:cNvPr id="46" name="object 46"/>
            <p:cNvSpPr/>
            <p:nvPr/>
          </p:nvSpPr>
          <p:spPr>
            <a:xfrm>
              <a:off x="10259275" y="4251959"/>
              <a:ext cx="287020" cy="635"/>
            </a:xfrm>
            <a:custGeom>
              <a:avLst/>
              <a:gdLst/>
              <a:ahLst/>
              <a:cxnLst/>
              <a:rect l="l" t="t" r="r" b="b"/>
              <a:pathLst>
                <a:path w="287020" h="635">
                  <a:moveTo>
                    <a:pt x="0" y="0"/>
                  </a:moveTo>
                  <a:lnTo>
                    <a:pt x="286562" y="355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539361" y="4204804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0" y="95034"/>
                  </a:lnTo>
                  <a:lnTo>
                    <a:pt x="95034" y="475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652404" y="374868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19" y="0"/>
                  </a:moveTo>
                  <a:lnTo>
                    <a:pt x="450240" y="2784"/>
                  </a:lnTo>
                  <a:lnTo>
                    <a:pt x="398320" y="11045"/>
                  </a:lnTo>
                  <a:lnTo>
                    <a:pt x="347575" y="24644"/>
                  </a:lnTo>
                  <a:lnTo>
                    <a:pt x="298419" y="43445"/>
                  </a:lnTo>
                  <a:lnTo>
                    <a:pt x="251269" y="67309"/>
                  </a:lnTo>
                  <a:lnTo>
                    <a:pt x="207084" y="96121"/>
                  </a:lnTo>
                  <a:lnTo>
                    <a:pt x="166302" y="129216"/>
                  </a:lnTo>
                  <a:lnTo>
                    <a:pt x="129216" y="166302"/>
                  </a:lnTo>
                  <a:lnTo>
                    <a:pt x="96121" y="207084"/>
                  </a:lnTo>
                  <a:lnTo>
                    <a:pt x="67309" y="251269"/>
                  </a:lnTo>
                  <a:lnTo>
                    <a:pt x="43445" y="298419"/>
                  </a:lnTo>
                  <a:lnTo>
                    <a:pt x="24644" y="347575"/>
                  </a:lnTo>
                  <a:lnTo>
                    <a:pt x="11045" y="398320"/>
                  </a:lnTo>
                  <a:lnTo>
                    <a:pt x="2784" y="450240"/>
                  </a:lnTo>
                  <a:lnTo>
                    <a:pt x="0" y="502919"/>
                  </a:lnTo>
                  <a:lnTo>
                    <a:pt x="2784" y="555598"/>
                  </a:lnTo>
                  <a:lnTo>
                    <a:pt x="11045" y="607514"/>
                  </a:lnTo>
                  <a:lnTo>
                    <a:pt x="24644" y="658256"/>
                  </a:lnTo>
                  <a:lnTo>
                    <a:pt x="43445" y="707408"/>
                  </a:lnTo>
                  <a:lnTo>
                    <a:pt x="67309" y="754557"/>
                  </a:lnTo>
                  <a:lnTo>
                    <a:pt x="96121" y="798742"/>
                  </a:lnTo>
                  <a:lnTo>
                    <a:pt x="129216" y="839525"/>
                  </a:lnTo>
                  <a:lnTo>
                    <a:pt x="166302" y="876610"/>
                  </a:lnTo>
                  <a:lnTo>
                    <a:pt x="207084" y="909706"/>
                  </a:lnTo>
                  <a:lnTo>
                    <a:pt x="251269" y="938517"/>
                  </a:lnTo>
                  <a:lnTo>
                    <a:pt x="298419" y="962382"/>
                  </a:lnTo>
                  <a:lnTo>
                    <a:pt x="347575" y="981186"/>
                  </a:lnTo>
                  <a:lnTo>
                    <a:pt x="398320" y="994790"/>
                  </a:lnTo>
                  <a:lnTo>
                    <a:pt x="450240" y="1003054"/>
                  </a:lnTo>
                  <a:lnTo>
                    <a:pt x="502919" y="1005839"/>
                  </a:lnTo>
                  <a:lnTo>
                    <a:pt x="555595" y="1003054"/>
                  </a:lnTo>
                  <a:lnTo>
                    <a:pt x="607491" y="994790"/>
                  </a:lnTo>
                  <a:lnTo>
                    <a:pt x="658176" y="981186"/>
                  </a:lnTo>
                  <a:lnTo>
                    <a:pt x="707220" y="962382"/>
                  </a:lnTo>
                  <a:lnTo>
                    <a:pt x="754189" y="938517"/>
                  </a:lnTo>
                  <a:lnTo>
                    <a:pt x="798554" y="909706"/>
                  </a:lnTo>
                  <a:lnTo>
                    <a:pt x="839445" y="876610"/>
                  </a:lnTo>
                  <a:lnTo>
                    <a:pt x="876587" y="839525"/>
                  </a:lnTo>
                  <a:lnTo>
                    <a:pt x="909703" y="798742"/>
                  </a:lnTo>
                  <a:lnTo>
                    <a:pt x="938517" y="754557"/>
                  </a:lnTo>
                  <a:lnTo>
                    <a:pt x="962382" y="707408"/>
                  </a:lnTo>
                  <a:lnTo>
                    <a:pt x="981186" y="658256"/>
                  </a:lnTo>
                  <a:lnTo>
                    <a:pt x="994790" y="607514"/>
                  </a:lnTo>
                  <a:lnTo>
                    <a:pt x="1003054" y="555598"/>
                  </a:lnTo>
                  <a:lnTo>
                    <a:pt x="1005839" y="502919"/>
                  </a:lnTo>
                  <a:lnTo>
                    <a:pt x="1003054" y="450240"/>
                  </a:lnTo>
                  <a:lnTo>
                    <a:pt x="994790" y="398320"/>
                  </a:lnTo>
                  <a:lnTo>
                    <a:pt x="981186" y="347575"/>
                  </a:lnTo>
                  <a:lnTo>
                    <a:pt x="962382" y="298419"/>
                  </a:lnTo>
                  <a:lnTo>
                    <a:pt x="938517" y="251269"/>
                  </a:lnTo>
                  <a:lnTo>
                    <a:pt x="909703" y="207084"/>
                  </a:lnTo>
                  <a:lnTo>
                    <a:pt x="876587" y="166302"/>
                  </a:lnTo>
                  <a:lnTo>
                    <a:pt x="839445" y="129216"/>
                  </a:lnTo>
                  <a:lnTo>
                    <a:pt x="798554" y="96121"/>
                  </a:lnTo>
                  <a:lnTo>
                    <a:pt x="754189" y="67309"/>
                  </a:lnTo>
                  <a:lnTo>
                    <a:pt x="707220" y="43445"/>
                  </a:lnTo>
                  <a:lnTo>
                    <a:pt x="658176" y="24644"/>
                  </a:lnTo>
                  <a:lnTo>
                    <a:pt x="607491" y="11045"/>
                  </a:lnTo>
                  <a:lnTo>
                    <a:pt x="555595" y="2784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652404" y="374868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0" y="502919"/>
                  </a:moveTo>
                  <a:lnTo>
                    <a:pt x="2784" y="450240"/>
                  </a:lnTo>
                  <a:lnTo>
                    <a:pt x="11045" y="398320"/>
                  </a:lnTo>
                  <a:lnTo>
                    <a:pt x="24644" y="347575"/>
                  </a:lnTo>
                  <a:lnTo>
                    <a:pt x="43445" y="298419"/>
                  </a:lnTo>
                  <a:lnTo>
                    <a:pt x="67309" y="251269"/>
                  </a:lnTo>
                  <a:lnTo>
                    <a:pt x="96121" y="207084"/>
                  </a:lnTo>
                  <a:lnTo>
                    <a:pt x="129216" y="166302"/>
                  </a:lnTo>
                  <a:lnTo>
                    <a:pt x="166302" y="129216"/>
                  </a:lnTo>
                  <a:lnTo>
                    <a:pt x="207084" y="96121"/>
                  </a:lnTo>
                  <a:lnTo>
                    <a:pt x="251269" y="67309"/>
                  </a:lnTo>
                  <a:lnTo>
                    <a:pt x="298419" y="43445"/>
                  </a:lnTo>
                  <a:lnTo>
                    <a:pt x="347575" y="24644"/>
                  </a:lnTo>
                  <a:lnTo>
                    <a:pt x="398320" y="11045"/>
                  </a:lnTo>
                  <a:lnTo>
                    <a:pt x="450240" y="2784"/>
                  </a:lnTo>
                  <a:lnTo>
                    <a:pt x="502919" y="0"/>
                  </a:lnTo>
                  <a:lnTo>
                    <a:pt x="555595" y="2784"/>
                  </a:lnTo>
                  <a:lnTo>
                    <a:pt x="607491" y="11045"/>
                  </a:lnTo>
                  <a:lnTo>
                    <a:pt x="658176" y="24644"/>
                  </a:lnTo>
                  <a:lnTo>
                    <a:pt x="707220" y="43445"/>
                  </a:lnTo>
                  <a:lnTo>
                    <a:pt x="754189" y="67309"/>
                  </a:lnTo>
                  <a:lnTo>
                    <a:pt x="798554" y="96121"/>
                  </a:lnTo>
                  <a:lnTo>
                    <a:pt x="839445" y="129216"/>
                  </a:lnTo>
                  <a:lnTo>
                    <a:pt x="876587" y="166302"/>
                  </a:lnTo>
                  <a:lnTo>
                    <a:pt x="909703" y="207084"/>
                  </a:lnTo>
                  <a:lnTo>
                    <a:pt x="938517" y="251269"/>
                  </a:lnTo>
                  <a:lnTo>
                    <a:pt x="962382" y="298419"/>
                  </a:lnTo>
                  <a:lnTo>
                    <a:pt x="981186" y="347575"/>
                  </a:lnTo>
                  <a:lnTo>
                    <a:pt x="994790" y="398320"/>
                  </a:lnTo>
                  <a:lnTo>
                    <a:pt x="1003054" y="450240"/>
                  </a:lnTo>
                  <a:lnTo>
                    <a:pt x="1005839" y="502919"/>
                  </a:lnTo>
                  <a:lnTo>
                    <a:pt x="1003054" y="555598"/>
                  </a:lnTo>
                  <a:lnTo>
                    <a:pt x="994790" y="607514"/>
                  </a:lnTo>
                  <a:lnTo>
                    <a:pt x="981186" y="658256"/>
                  </a:lnTo>
                  <a:lnTo>
                    <a:pt x="962382" y="707408"/>
                  </a:lnTo>
                  <a:lnTo>
                    <a:pt x="938517" y="754557"/>
                  </a:lnTo>
                  <a:lnTo>
                    <a:pt x="909703" y="798742"/>
                  </a:lnTo>
                  <a:lnTo>
                    <a:pt x="876587" y="839525"/>
                  </a:lnTo>
                  <a:lnTo>
                    <a:pt x="839445" y="876610"/>
                  </a:lnTo>
                  <a:lnTo>
                    <a:pt x="798554" y="909706"/>
                  </a:lnTo>
                  <a:lnTo>
                    <a:pt x="754189" y="938517"/>
                  </a:lnTo>
                  <a:lnTo>
                    <a:pt x="707220" y="962382"/>
                  </a:lnTo>
                  <a:lnTo>
                    <a:pt x="658176" y="981186"/>
                  </a:lnTo>
                  <a:lnTo>
                    <a:pt x="607491" y="994790"/>
                  </a:lnTo>
                  <a:lnTo>
                    <a:pt x="555595" y="1003054"/>
                  </a:lnTo>
                  <a:lnTo>
                    <a:pt x="502919" y="1005839"/>
                  </a:lnTo>
                  <a:lnTo>
                    <a:pt x="450240" y="1003054"/>
                  </a:lnTo>
                  <a:lnTo>
                    <a:pt x="398320" y="994790"/>
                  </a:lnTo>
                  <a:lnTo>
                    <a:pt x="347575" y="981186"/>
                  </a:lnTo>
                  <a:lnTo>
                    <a:pt x="298419" y="962382"/>
                  </a:lnTo>
                  <a:lnTo>
                    <a:pt x="251269" y="938517"/>
                  </a:lnTo>
                  <a:lnTo>
                    <a:pt x="207084" y="909706"/>
                  </a:lnTo>
                  <a:lnTo>
                    <a:pt x="166302" y="876610"/>
                  </a:lnTo>
                  <a:lnTo>
                    <a:pt x="129216" y="839525"/>
                  </a:lnTo>
                  <a:lnTo>
                    <a:pt x="96121" y="798742"/>
                  </a:lnTo>
                  <a:lnTo>
                    <a:pt x="67309" y="754557"/>
                  </a:lnTo>
                  <a:lnTo>
                    <a:pt x="43445" y="707408"/>
                  </a:lnTo>
                  <a:lnTo>
                    <a:pt x="24644" y="658256"/>
                  </a:lnTo>
                  <a:lnTo>
                    <a:pt x="11045" y="607514"/>
                  </a:lnTo>
                  <a:lnTo>
                    <a:pt x="2784" y="555598"/>
                  </a:lnTo>
                  <a:lnTo>
                    <a:pt x="0" y="502919"/>
                  </a:lnTo>
                  <a:close/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312819" y="3919220"/>
            <a:ext cx="2679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20" dirty="0">
                <a:solidFill>
                  <a:srgbClr val="21D2ED"/>
                </a:solidFill>
                <a:latin typeface="Calibri"/>
                <a:cs typeface="Calibri"/>
              </a:rPr>
              <a:t>pipe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874781" y="4131983"/>
            <a:ext cx="558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1D2ED"/>
                </a:solidFill>
                <a:latin typeface="Courier New"/>
                <a:cs typeface="Courier New"/>
              </a:rPr>
              <a:t>wc</a:t>
            </a:r>
            <a:r>
              <a:rPr sz="1400" b="1" spc="-1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ourier New"/>
                <a:cs typeface="Courier New"/>
              </a:rPr>
              <a:t>-</a:t>
            </a:r>
            <a:r>
              <a:rPr sz="1400" b="1" spc="-50" dirty="0">
                <a:solidFill>
                  <a:srgbClr val="21D2ED"/>
                </a:solidFill>
                <a:latin typeface="Courier New"/>
                <a:cs typeface="Courier New"/>
              </a:rPr>
              <a:t>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17459" y="4833251"/>
            <a:ext cx="604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EB2C7"/>
                </a:solidFill>
                <a:latin typeface="Calibri"/>
                <a:cs typeface="Calibri"/>
              </a:rPr>
              <a:t>Process </a:t>
            </a:r>
            <a:r>
              <a:rPr sz="1200" spc="-50" dirty="0">
                <a:solidFill>
                  <a:srgbClr val="9EB2C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434779" y="4833251"/>
            <a:ext cx="604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EB2C7"/>
                </a:solidFill>
                <a:latin typeface="Calibri"/>
                <a:cs typeface="Calibri"/>
              </a:rPr>
              <a:t>Process </a:t>
            </a:r>
            <a:r>
              <a:rPr sz="1200" spc="-50" dirty="0">
                <a:solidFill>
                  <a:srgbClr val="9EB2C7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852098" y="4833251"/>
            <a:ext cx="604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EB2C7"/>
                </a:solidFill>
                <a:latin typeface="Calibri"/>
                <a:cs typeface="Calibri"/>
              </a:rPr>
              <a:t>Process </a:t>
            </a:r>
            <a:r>
              <a:rPr sz="1200" spc="-50" dirty="0">
                <a:solidFill>
                  <a:srgbClr val="9EB2C7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024" y="5107584"/>
            <a:ext cx="1078865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9EB2C7"/>
                </a:solidFill>
                <a:latin typeface="Calibri"/>
                <a:cs typeface="Calibri"/>
              </a:rPr>
              <a:t>Department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71400"/>
              </a:lnSpc>
            </a:pPr>
            <a:r>
              <a:rPr sz="1400" spc="-10" dirty="0">
                <a:solidFill>
                  <a:srgbClr val="9EB2C7"/>
                </a:solidFill>
                <a:latin typeface="Calibri"/>
                <a:cs typeface="Calibri"/>
              </a:rPr>
              <a:t>Course </a:t>
            </a:r>
            <a:r>
              <a:rPr sz="1400" dirty="0">
                <a:solidFill>
                  <a:srgbClr val="9EB2C7"/>
                </a:solidFill>
                <a:latin typeface="Calibri"/>
                <a:cs typeface="Calibri"/>
              </a:rPr>
              <a:t>Academic</a:t>
            </a:r>
            <a:r>
              <a:rPr sz="1400" spc="-6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9EB2C7"/>
                </a:solidFill>
                <a:latin typeface="Calibri"/>
                <a:cs typeface="Calibri"/>
              </a:rPr>
              <a:t>Year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81504" y="5107584"/>
            <a:ext cx="3326765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CSIT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71400"/>
              </a:lnSpc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Systems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Programming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2026–2027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414537" y="5336171"/>
            <a:ext cx="2642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stdout</a:t>
            </a:r>
            <a:r>
              <a:rPr sz="12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of</a:t>
            </a:r>
            <a:r>
              <a:rPr sz="12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one</a:t>
            </a:r>
            <a:r>
              <a:rPr sz="12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process</a:t>
            </a:r>
            <a:r>
              <a:rPr sz="1200" spc="2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→</a:t>
            </a:r>
            <a:r>
              <a:rPr sz="1200" spc="2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stdin</a:t>
            </a:r>
            <a:r>
              <a:rPr sz="12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of</a:t>
            </a:r>
            <a:r>
              <a:rPr sz="12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9EB2C7"/>
                </a:solidFill>
                <a:latin typeface="Calibri"/>
                <a:cs typeface="Calibri"/>
              </a:rPr>
              <a:t>next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30" dirty="0">
                <a:solidFill>
                  <a:srgbClr val="21D2ED"/>
                </a:solidFill>
              </a:rPr>
              <a:t>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584" y="1221740"/>
            <a:ext cx="5964555" cy="1472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8163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supports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multitasking,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same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connects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becomes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next.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builds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idea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calls.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584" y="2913379"/>
            <a:ext cx="15360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1D2ED"/>
                </a:solidFill>
                <a:latin typeface="Calibri"/>
                <a:cs typeface="Calibri"/>
              </a:rPr>
              <a:t>Main</a:t>
            </a:r>
            <a:r>
              <a:rPr sz="2000" b="1" spc="-5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1D2ED"/>
                </a:solidFill>
                <a:latin typeface="Calibri"/>
                <a:cs typeface="Calibri"/>
              </a:rPr>
              <a:t>Features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584" y="3230460"/>
            <a:ext cx="93345" cy="2069464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662" y="3261068"/>
            <a:ext cx="3982085" cy="2069464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Executes</a:t>
            </a:r>
            <a:r>
              <a:rPr sz="1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27699"/>
              </a:lnSpc>
              <a:spcBef>
                <a:spcPts val="5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Supports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pipeline Creates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separate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command 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Transfers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pipes</a:t>
            </a:r>
            <a:endParaRPr sz="1500">
              <a:latin typeface="Calibri"/>
              <a:cs typeface="Calibri"/>
            </a:endParaRPr>
          </a:p>
          <a:p>
            <a:pPr marL="12700" marR="608330">
              <a:lnSpc>
                <a:spcPct val="127699"/>
              </a:lnSpc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Accepts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dynamically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time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Handles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1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Waits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complete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942734" y="1227734"/>
            <a:ext cx="4704080" cy="5041900"/>
            <a:chOff x="6942734" y="1227734"/>
            <a:chExt cx="4704080" cy="5041900"/>
          </a:xfrm>
        </p:grpSpPr>
        <p:sp>
          <p:nvSpPr>
            <p:cNvPr id="8" name="object 8"/>
            <p:cNvSpPr/>
            <p:nvPr/>
          </p:nvSpPr>
          <p:spPr>
            <a:xfrm>
              <a:off x="6949084" y="1234084"/>
              <a:ext cx="4691380" cy="5029200"/>
            </a:xfrm>
            <a:custGeom>
              <a:avLst/>
              <a:gdLst/>
              <a:ahLst/>
              <a:cxnLst/>
              <a:rect l="l" t="t" r="r" b="b"/>
              <a:pathLst>
                <a:path w="4691380" h="5029200">
                  <a:moveTo>
                    <a:pt x="461735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58"/>
                  </a:lnTo>
                  <a:lnTo>
                    <a:pt x="606" y="63447"/>
                  </a:lnTo>
                  <a:lnTo>
                    <a:pt x="0" y="73075"/>
                  </a:lnTo>
                  <a:lnTo>
                    <a:pt x="0" y="4956111"/>
                  </a:lnTo>
                  <a:lnTo>
                    <a:pt x="584" y="4965389"/>
                  </a:lnTo>
                  <a:lnTo>
                    <a:pt x="607" y="4965745"/>
                  </a:lnTo>
                  <a:lnTo>
                    <a:pt x="21413" y="5007729"/>
                  </a:lnTo>
                  <a:lnTo>
                    <a:pt x="63442" y="5028592"/>
                  </a:lnTo>
                  <a:lnTo>
                    <a:pt x="73075" y="5029200"/>
                  </a:lnTo>
                  <a:lnTo>
                    <a:pt x="4617720" y="5028831"/>
                  </a:lnTo>
                  <a:lnTo>
                    <a:pt x="4662090" y="5013740"/>
                  </a:lnTo>
                  <a:lnTo>
                    <a:pt x="4685228" y="4984059"/>
                  </a:lnTo>
                  <a:lnTo>
                    <a:pt x="4685330" y="4983852"/>
                  </a:lnTo>
                  <a:lnTo>
                    <a:pt x="4690773" y="4956111"/>
                  </a:lnTo>
                  <a:lnTo>
                    <a:pt x="4690795" y="4955755"/>
                  </a:lnTo>
                  <a:lnTo>
                    <a:pt x="4690440" y="73075"/>
                  </a:lnTo>
                  <a:lnTo>
                    <a:pt x="4675336" y="28698"/>
                  </a:lnTo>
                  <a:lnTo>
                    <a:pt x="4636392" y="2428"/>
                  </a:lnTo>
                  <a:lnTo>
                    <a:pt x="4626991" y="607"/>
                  </a:lnTo>
                  <a:lnTo>
                    <a:pt x="461735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49084" y="1234084"/>
              <a:ext cx="4691380" cy="5029200"/>
            </a:xfrm>
            <a:custGeom>
              <a:avLst/>
              <a:gdLst/>
              <a:ahLst/>
              <a:cxnLst/>
              <a:rect l="l" t="t" r="r" b="b"/>
              <a:pathLst>
                <a:path w="4691380" h="50292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4617351" y="0"/>
                  </a:lnTo>
                  <a:lnTo>
                    <a:pt x="4661884" y="15096"/>
                  </a:lnTo>
                  <a:lnTo>
                    <a:pt x="4688009" y="54086"/>
                  </a:lnTo>
                  <a:lnTo>
                    <a:pt x="4690440" y="73075"/>
                  </a:lnTo>
                  <a:lnTo>
                    <a:pt x="4690795" y="4955755"/>
                  </a:lnTo>
                  <a:lnTo>
                    <a:pt x="4690188" y="4965389"/>
                  </a:lnTo>
                  <a:lnTo>
                    <a:pt x="4688366" y="4974790"/>
                  </a:lnTo>
                  <a:lnTo>
                    <a:pt x="4662090" y="5013740"/>
                  </a:lnTo>
                  <a:lnTo>
                    <a:pt x="4617720" y="5028831"/>
                  </a:lnTo>
                  <a:lnTo>
                    <a:pt x="73075" y="5029200"/>
                  </a:lnTo>
                  <a:lnTo>
                    <a:pt x="28548" y="5014090"/>
                  </a:lnTo>
                  <a:lnTo>
                    <a:pt x="2428" y="4975105"/>
                  </a:lnTo>
                  <a:lnTo>
                    <a:pt x="0" y="495611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64984" y="1358900"/>
            <a:ext cx="830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1D2ED"/>
                </a:solidFill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71334" y="1822450"/>
            <a:ext cx="4246880" cy="881380"/>
            <a:chOff x="7171334" y="1822450"/>
            <a:chExt cx="4246880" cy="881380"/>
          </a:xfrm>
        </p:grpSpPr>
        <p:sp>
          <p:nvSpPr>
            <p:cNvPr id="12" name="object 12"/>
            <p:cNvSpPr/>
            <p:nvPr/>
          </p:nvSpPr>
          <p:spPr>
            <a:xfrm>
              <a:off x="7177684" y="1828800"/>
              <a:ext cx="4234180" cy="868680"/>
            </a:xfrm>
            <a:custGeom>
              <a:avLst/>
              <a:gdLst/>
              <a:ahLst/>
              <a:cxnLst/>
              <a:rect l="l" t="t" r="r" b="b"/>
              <a:pathLst>
                <a:path w="4234180" h="868680">
                  <a:moveTo>
                    <a:pt x="41601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594" y="804875"/>
                  </a:lnTo>
                  <a:lnTo>
                    <a:pt x="607" y="805080"/>
                  </a:lnTo>
                  <a:lnTo>
                    <a:pt x="2394" y="814276"/>
                  </a:lnTo>
                  <a:lnTo>
                    <a:pt x="2428" y="814455"/>
                  </a:lnTo>
                  <a:lnTo>
                    <a:pt x="5412" y="823339"/>
                  </a:lnTo>
                  <a:lnTo>
                    <a:pt x="5464" y="823495"/>
                  </a:lnTo>
                  <a:lnTo>
                    <a:pt x="36360" y="858964"/>
                  </a:lnTo>
                  <a:lnTo>
                    <a:pt x="73075" y="868679"/>
                  </a:lnTo>
                  <a:lnTo>
                    <a:pt x="4160520" y="868324"/>
                  </a:lnTo>
                  <a:lnTo>
                    <a:pt x="4204890" y="853220"/>
                  </a:lnTo>
                  <a:lnTo>
                    <a:pt x="4228054" y="823495"/>
                  </a:lnTo>
                  <a:lnTo>
                    <a:pt x="4228130" y="823339"/>
                  </a:lnTo>
                  <a:lnTo>
                    <a:pt x="4231106" y="814455"/>
                  </a:lnTo>
                  <a:lnTo>
                    <a:pt x="4231166" y="814276"/>
                  </a:lnTo>
                  <a:lnTo>
                    <a:pt x="4232948" y="805080"/>
                  </a:lnTo>
                  <a:lnTo>
                    <a:pt x="4232988" y="804875"/>
                  </a:lnTo>
                  <a:lnTo>
                    <a:pt x="4233572" y="795604"/>
                  </a:lnTo>
                  <a:lnTo>
                    <a:pt x="4233595" y="795235"/>
                  </a:lnTo>
                  <a:lnTo>
                    <a:pt x="4233240" y="73075"/>
                  </a:lnTo>
                  <a:lnTo>
                    <a:pt x="4218136" y="28705"/>
                  </a:lnTo>
                  <a:lnTo>
                    <a:pt x="4179192" y="2428"/>
                  </a:lnTo>
                  <a:lnTo>
                    <a:pt x="4169791" y="607"/>
                  </a:lnTo>
                  <a:lnTo>
                    <a:pt x="4160151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77684" y="1828800"/>
              <a:ext cx="4234180" cy="868680"/>
            </a:xfrm>
            <a:custGeom>
              <a:avLst/>
              <a:gdLst/>
              <a:ahLst/>
              <a:cxnLst/>
              <a:rect l="l" t="t" r="r" b="b"/>
              <a:pathLst>
                <a:path w="4234180" h="8686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4160151" y="0"/>
                  </a:lnTo>
                  <a:lnTo>
                    <a:pt x="4204684" y="15104"/>
                  </a:lnTo>
                  <a:lnTo>
                    <a:pt x="4230809" y="54224"/>
                  </a:lnTo>
                  <a:lnTo>
                    <a:pt x="4233240" y="73075"/>
                  </a:lnTo>
                  <a:lnTo>
                    <a:pt x="4233595" y="795235"/>
                  </a:lnTo>
                  <a:lnTo>
                    <a:pt x="4232988" y="804875"/>
                  </a:lnTo>
                  <a:lnTo>
                    <a:pt x="4231166" y="814276"/>
                  </a:lnTo>
                  <a:lnTo>
                    <a:pt x="4204890" y="853220"/>
                  </a:lnTo>
                  <a:lnTo>
                    <a:pt x="4160520" y="868324"/>
                  </a:lnTo>
                  <a:lnTo>
                    <a:pt x="73075" y="868679"/>
                  </a:lnTo>
                  <a:lnTo>
                    <a:pt x="28548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1795" y="1956600"/>
              <a:ext cx="118808" cy="1187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0564" y="1956600"/>
              <a:ext cx="118795" cy="1187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3040" y="1956600"/>
              <a:ext cx="118795" cy="11879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347864" y="2295626"/>
            <a:ext cx="25380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49DD7F"/>
                </a:solidFill>
                <a:latin typeface="Courier New"/>
                <a:cs typeface="Courier New"/>
              </a:rPr>
              <a:t>$</a:t>
            </a:r>
            <a:r>
              <a:rPr sz="1500" b="1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5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sz="15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FFFF"/>
                </a:solidFill>
                <a:latin typeface="Courier New"/>
                <a:cs typeface="Courier New"/>
              </a:rPr>
              <a:t>grep</a:t>
            </a:r>
            <a:r>
              <a:rPr sz="15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FFFF"/>
                </a:solidFill>
                <a:latin typeface="Courier New"/>
                <a:cs typeface="Courier New"/>
              </a:rPr>
              <a:t>.c</a:t>
            </a:r>
            <a:r>
              <a:rPr sz="15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sz="15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FFFF"/>
                </a:solidFill>
                <a:latin typeface="Courier New"/>
                <a:cs typeface="Courier New"/>
              </a:rPr>
              <a:t>wc</a:t>
            </a:r>
            <a:r>
              <a:rPr sz="15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5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15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167841" y="2916237"/>
            <a:ext cx="4253865" cy="705485"/>
            <a:chOff x="7167841" y="2916237"/>
            <a:chExt cx="4253865" cy="705485"/>
          </a:xfrm>
        </p:grpSpPr>
        <p:sp>
          <p:nvSpPr>
            <p:cNvPr id="19" name="object 19"/>
            <p:cNvSpPr/>
            <p:nvPr/>
          </p:nvSpPr>
          <p:spPr>
            <a:xfrm>
              <a:off x="7177684" y="2926079"/>
              <a:ext cx="4234180" cy="685800"/>
            </a:xfrm>
            <a:custGeom>
              <a:avLst/>
              <a:gdLst/>
              <a:ahLst/>
              <a:cxnLst/>
              <a:rect l="l" t="t" r="r" b="b"/>
              <a:pathLst>
                <a:path w="4234180" h="685800">
                  <a:moveTo>
                    <a:pt x="41601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12724"/>
                  </a:lnTo>
                  <a:lnTo>
                    <a:pt x="594" y="621995"/>
                  </a:lnTo>
                  <a:lnTo>
                    <a:pt x="607" y="622200"/>
                  </a:lnTo>
                  <a:lnTo>
                    <a:pt x="2394" y="631396"/>
                  </a:lnTo>
                  <a:lnTo>
                    <a:pt x="2428" y="631575"/>
                  </a:lnTo>
                  <a:lnTo>
                    <a:pt x="5412" y="640459"/>
                  </a:lnTo>
                  <a:lnTo>
                    <a:pt x="5464" y="640615"/>
                  </a:lnTo>
                  <a:lnTo>
                    <a:pt x="36360" y="676084"/>
                  </a:lnTo>
                  <a:lnTo>
                    <a:pt x="73075" y="685800"/>
                  </a:lnTo>
                  <a:lnTo>
                    <a:pt x="4160520" y="685444"/>
                  </a:lnTo>
                  <a:lnTo>
                    <a:pt x="4204890" y="670340"/>
                  </a:lnTo>
                  <a:lnTo>
                    <a:pt x="4228054" y="640615"/>
                  </a:lnTo>
                  <a:lnTo>
                    <a:pt x="4228130" y="640459"/>
                  </a:lnTo>
                  <a:lnTo>
                    <a:pt x="4231106" y="631575"/>
                  </a:lnTo>
                  <a:lnTo>
                    <a:pt x="4231166" y="631396"/>
                  </a:lnTo>
                  <a:lnTo>
                    <a:pt x="4232948" y="622200"/>
                  </a:lnTo>
                  <a:lnTo>
                    <a:pt x="4232988" y="621995"/>
                  </a:lnTo>
                  <a:lnTo>
                    <a:pt x="4233572" y="612724"/>
                  </a:lnTo>
                  <a:lnTo>
                    <a:pt x="4233595" y="612355"/>
                  </a:lnTo>
                  <a:lnTo>
                    <a:pt x="4233240" y="73075"/>
                  </a:lnTo>
                  <a:lnTo>
                    <a:pt x="4218136" y="28705"/>
                  </a:lnTo>
                  <a:lnTo>
                    <a:pt x="4179192" y="2428"/>
                  </a:lnTo>
                  <a:lnTo>
                    <a:pt x="4169791" y="607"/>
                  </a:lnTo>
                  <a:lnTo>
                    <a:pt x="4160151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77684" y="2926079"/>
              <a:ext cx="4234180" cy="685800"/>
            </a:xfrm>
            <a:custGeom>
              <a:avLst/>
              <a:gdLst/>
              <a:ahLst/>
              <a:cxnLst/>
              <a:rect l="l" t="t" r="r" b="b"/>
              <a:pathLst>
                <a:path w="4234180" h="6858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4160151" y="0"/>
                  </a:lnTo>
                  <a:lnTo>
                    <a:pt x="4204684" y="15104"/>
                  </a:lnTo>
                  <a:lnTo>
                    <a:pt x="4230809" y="54224"/>
                  </a:lnTo>
                  <a:lnTo>
                    <a:pt x="4233240" y="73075"/>
                  </a:lnTo>
                  <a:lnTo>
                    <a:pt x="4233595" y="612355"/>
                  </a:lnTo>
                  <a:lnTo>
                    <a:pt x="4232988" y="621995"/>
                  </a:lnTo>
                  <a:lnTo>
                    <a:pt x="4231166" y="631396"/>
                  </a:lnTo>
                  <a:lnTo>
                    <a:pt x="4204890" y="670340"/>
                  </a:lnTo>
                  <a:lnTo>
                    <a:pt x="4160520" y="685444"/>
                  </a:lnTo>
                  <a:lnTo>
                    <a:pt x="73075" y="685800"/>
                  </a:lnTo>
                  <a:lnTo>
                    <a:pt x="28548" y="670695"/>
                  </a:lnTo>
                  <a:lnTo>
                    <a:pt x="2428" y="631575"/>
                  </a:lnTo>
                  <a:lnTo>
                    <a:pt x="0" y="612724"/>
                  </a:lnTo>
                  <a:lnTo>
                    <a:pt x="0" y="73075"/>
                  </a:lnTo>
                  <a:close/>
                </a:path>
              </a:pathLst>
            </a:custGeom>
            <a:ln w="190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347864" y="3126498"/>
            <a:ext cx="285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 dirty="0">
                <a:solidFill>
                  <a:srgbClr val="21D2ED"/>
                </a:solidFill>
                <a:latin typeface="Courier New"/>
                <a:cs typeface="Courier New"/>
              </a:rPr>
              <a:t>ls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56624" y="3149536"/>
            <a:ext cx="91884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67841" y="3614000"/>
            <a:ext cx="4253865" cy="1014094"/>
            <a:chOff x="7167841" y="3614000"/>
            <a:chExt cx="4253865" cy="1014094"/>
          </a:xfrm>
        </p:grpSpPr>
        <p:sp>
          <p:nvSpPr>
            <p:cNvPr id="24" name="object 24"/>
            <p:cNvSpPr/>
            <p:nvPr/>
          </p:nvSpPr>
          <p:spPr>
            <a:xfrm>
              <a:off x="9299155" y="3629875"/>
              <a:ext cx="635" cy="195580"/>
            </a:xfrm>
            <a:custGeom>
              <a:avLst/>
              <a:gdLst/>
              <a:ahLst/>
              <a:cxnLst/>
              <a:rect l="l" t="t" r="r" b="b"/>
              <a:pathLst>
                <a:path w="634" h="195579">
                  <a:moveTo>
                    <a:pt x="0" y="0"/>
                  </a:moveTo>
                  <a:lnTo>
                    <a:pt x="368" y="195122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252000" y="3818521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034" y="0"/>
                  </a:moveTo>
                  <a:lnTo>
                    <a:pt x="0" y="0"/>
                  </a:lnTo>
                  <a:lnTo>
                    <a:pt x="47523" y="95034"/>
                  </a:lnTo>
                  <a:lnTo>
                    <a:pt x="9503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77684" y="3931919"/>
              <a:ext cx="4234180" cy="685800"/>
            </a:xfrm>
            <a:custGeom>
              <a:avLst/>
              <a:gdLst/>
              <a:ahLst/>
              <a:cxnLst/>
              <a:rect l="l" t="t" r="r" b="b"/>
              <a:pathLst>
                <a:path w="4234180" h="685800">
                  <a:moveTo>
                    <a:pt x="41601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12724"/>
                  </a:lnTo>
                  <a:lnTo>
                    <a:pt x="594" y="621995"/>
                  </a:lnTo>
                  <a:lnTo>
                    <a:pt x="607" y="622200"/>
                  </a:lnTo>
                  <a:lnTo>
                    <a:pt x="2394" y="631396"/>
                  </a:lnTo>
                  <a:lnTo>
                    <a:pt x="2428" y="631575"/>
                  </a:lnTo>
                  <a:lnTo>
                    <a:pt x="5412" y="640459"/>
                  </a:lnTo>
                  <a:lnTo>
                    <a:pt x="36360" y="676084"/>
                  </a:lnTo>
                  <a:lnTo>
                    <a:pt x="73075" y="685799"/>
                  </a:lnTo>
                  <a:lnTo>
                    <a:pt x="4160520" y="685444"/>
                  </a:lnTo>
                  <a:lnTo>
                    <a:pt x="4204890" y="670340"/>
                  </a:lnTo>
                  <a:lnTo>
                    <a:pt x="4228054" y="640615"/>
                  </a:lnTo>
                  <a:lnTo>
                    <a:pt x="4228130" y="640459"/>
                  </a:lnTo>
                  <a:lnTo>
                    <a:pt x="4231106" y="631575"/>
                  </a:lnTo>
                  <a:lnTo>
                    <a:pt x="4231166" y="631396"/>
                  </a:lnTo>
                  <a:lnTo>
                    <a:pt x="4232948" y="622200"/>
                  </a:lnTo>
                  <a:lnTo>
                    <a:pt x="4232988" y="621995"/>
                  </a:lnTo>
                  <a:lnTo>
                    <a:pt x="4233572" y="612724"/>
                  </a:lnTo>
                  <a:lnTo>
                    <a:pt x="4233595" y="612355"/>
                  </a:lnTo>
                  <a:lnTo>
                    <a:pt x="4233240" y="73075"/>
                  </a:lnTo>
                  <a:lnTo>
                    <a:pt x="4218136" y="28705"/>
                  </a:lnTo>
                  <a:lnTo>
                    <a:pt x="4179192" y="2428"/>
                  </a:lnTo>
                  <a:lnTo>
                    <a:pt x="4169791" y="607"/>
                  </a:lnTo>
                  <a:lnTo>
                    <a:pt x="4160151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77684" y="3931919"/>
              <a:ext cx="4234180" cy="685800"/>
            </a:xfrm>
            <a:custGeom>
              <a:avLst/>
              <a:gdLst/>
              <a:ahLst/>
              <a:cxnLst/>
              <a:rect l="l" t="t" r="r" b="b"/>
              <a:pathLst>
                <a:path w="4234180" h="6858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4160151" y="0"/>
                  </a:lnTo>
                  <a:lnTo>
                    <a:pt x="4204684" y="15104"/>
                  </a:lnTo>
                  <a:lnTo>
                    <a:pt x="4230809" y="54224"/>
                  </a:lnTo>
                  <a:lnTo>
                    <a:pt x="4233240" y="73075"/>
                  </a:lnTo>
                  <a:lnTo>
                    <a:pt x="4233595" y="612355"/>
                  </a:lnTo>
                  <a:lnTo>
                    <a:pt x="4232988" y="621995"/>
                  </a:lnTo>
                  <a:lnTo>
                    <a:pt x="4231166" y="631396"/>
                  </a:lnTo>
                  <a:lnTo>
                    <a:pt x="4204890" y="670340"/>
                  </a:lnTo>
                  <a:lnTo>
                    <a:pt x="4160520" y="685444"/>
                  </a:lnTo>
                  <a:lnTo>
                    <a:pt x="73075" y="685799"/>
                  </a:lnTo>
                  <a:lnTo>
                    <a:pt x="28548" y="670695"/>
                  </a:lnTo>
                  <a:lnTo>
                    <a:pt x="2428" y="631575"/>
                  </a:lnTo>
                  <a:lnTo>
                    <a:pt x="0" y="612724"/>
                  </a:lnTo>
                  <a:lnTo>
                    <a:pt x="0" y="73075"/>
                  </a:lnTo>
                  <a:close/>
                </a:path>
              </a:pathLst>
            </a:custGeom>
            <a:ln w="190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347864" y="4132338"/>
            <a:ext cx="9340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21D2ED"/>
                </a:solidFill>
                <a:latin typeface="Courier New"/>
                <a:cs typeface="Courier New"/>
              </a:rPr>
              <a:t>grep</a:t>
            </a:r>
            <a:r>
              <a:rPr sz="1700" b="1" spc="-5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700" b="1" spc="-35" dirty="0">
                <a:solidFill>
                  <a:srgbClr val="21D2ED"/>
                </a:solidFill>
                <a:latin typeface="Courier New"/>
                <a:cs typeface="Courier New"/>
              </a:rPr>
              <a:t>.c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56624" y="4155376"/>
            <a:ext cx="16859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keeps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lines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matching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.c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168144" y="4619876"/>
            <a:ext cx="4253230" cy="1013460"/>
            <a:chOff x="7168144" y="4619876"/>
            <a:chExt cx="4253230" cy="1013460"/>
          </a:xfrm>
        </p:grpSpPr>
        <p:sp>
          <p:nvSpPr>
            <p:cNvPr id="31" name="object 31"/>
            <p:cNvSpPr/>
            <p:nvPr/>
          </p:nvSpPr>
          <p:spPr>
            <a:xfrm>
              <a:off x="9299155" y="4635715"/>
              <a:ext cx="635" cy="195580"/>
            </a:xfrm>
            <a:custGeom>
              <a:avLst/>
              <a:gdLst/>
              <a:ahLst/>
              <a:cxnLst/>
              <a:rect l="l" t="t" r="r" b="b"/>
              <a:pathLst>
                <a:path w="634" h="195579">
                  <a:moveTo>
                    <a:pt x="0" y="0"/>
                  </a:moveTo>
                  <a:lnTo>
                    <a:pt x="368" y="195122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252000" y="4824361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034" y="0"/>
                  </a:moveTo>
                  <a:lnTo>
                    <a:pt x="0" y="0"/>
                  </a:lnTo>
                  <a:lnTo>
                    <a:pt x="47523" y="95034"/>
                  </a:lnTo>
                  <a:lnTo>
                    <a:pt x="9503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77684" y="4937759"/>
              <a:ext cx="4234180" cy="685800"/>
            </a:xfrm>
            <a:custGeom>
              <a:avLst/>
              <a:gdLst/>
              <a:ahLst/>
              <a:cxnLst/>
              <a:rect l="l" t="t" r="r" b="b"/>
              <a:pathLst>
                <a:path w="4234180" h="685800">
                  <a:moveTo>
                    <a:pt x="41601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12724"/>
                  </a:lnTo>
                  <a:lnTo>
                    <a:pt x="594" y="621995"/>
                  </a:lnTo>
                  <a:lnTo>
                    <a:pt x="607" y="622200"/>
                  </a:lnTo>
                  <a:lnTo>
                    <a:pt x="2394" y="631396"/>
                  </a:lnTo>
                  <a:lnTo>
                    <a:pt x="2428" y="631575"/>
                  </a:lnTo>
                  <a:lnTo>
                    <a:pt x="5412" y="640459"/>
                  </a:lnTo>
                  <a:lnTo>
                    <a:pt x="36360" y="676084"/>
                  </a:lnTo>
                  <a:lnTo>
                    <a:pt x="73075" y="685799"/>
                  </a:lnTo>
                  <a:lnTo>
                    <a:pt x="4160520" y="685444"/>
                  </a:lnTo>
                  <a:lnTo>
                    <a:pt x="4204890" y="670340"/>
                  </a:lnTo>
                  <a:lnTo>
                    <a:pt x="4228054" y="640615"/>
                  </a:lnTo>
                  <a:lnTo>
                    <a:pt x="4228130" y="640459"/>
                  </a:lnTo>
                  <a:lnTo>
                    <a:pt x="4231106" y="631575"/>
                  </a:lnTo>
                  <a:lnTo>
                    <a:pt x="4231166" y="631396"/>
                  </a:lnTo>
                  <a:lnTo>
                    <a:pt x="4232948" y="622200"/>
                  </a:lnTo>
                  <a:lnTo>
                    <a:pt x="4232988" y="621995"/>
                  </a:lnTo>
                  <a:lnTo>
                    <a:pt x="4233572" y="612724"/>
                  </a:lnTo>
                  <a:lnTo>
                    <a:pt x="4233595" y="612355"/>
                  </a:lnTo>
                  <a:lnTo>
                    <a:pt x="4233240" y="73075"/>
                  </a:lnTo>
                  <a:lnTo>
                    <a:pt x="4218136" y="28705"/>
                  </a:lnTo>
                  <a:lnTo>
                    <a:pt x="4179192" y="2428"/>
                  </a:lnTo>
                  <a:lnTo>
                    <a:pt x="4169791" y="607"/>
                  </a:lnTo>
                  <a:lnTo>
                    <a:pt x="4160151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77684" y="4937759"/>
              <a:ext cx="4234180" cy="685800"/>
            </a:xfrm>
            <a:custGeom>
              <a:avLst/>
              <a:gdLst/>
              <a:ahLst/>
              <a:cxnLst/>
              <a:rect l="l" t="t" r="r" b="b"/>
              <a:pathLst>
                <a:path w="4234180" h="6858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4160151" y="0"/>
                  </a:lnTo>
                  <a:lnTo>
                    <a:pt x="4204684" y="15104"/>
                  </a:lnTo>
                  <a:lnTo>
                    <a:pt x="4230809" y="54224"/>
                  </a:lnTo>
                  <a:lnTo>
                    <a:pt x="4233240" y="73075"/>
                  </a:lnTo>
                  <a:lnTo>
                    <a:pt x="4233595" y="612355"/>
                  </a:lnTo>
                  <a:lnTo>
                    <a:pt x="4232988" y="621995"/>
                  </a:lnTo>
                  <a:lnTo>
                    <a:pt x="4231166" y="631396"/>
                  </a:lnTo>
                  <a:lnTo>
                    <a:pt x="4204890" y="670340"/>
                  </a:lnTo>
                  <a:lnTo>
                    <a:pt x="4160520" y="685444"/>
                  </a:lnTo>
                  <a:lnTo>
                    <a:pt x="73075" y="685799"/>
                  </a:lnTo>
                  <a:lnTo>
                    <a:pt x="28548" y="670695"/>
                  </a:lnTo>
                  <a:lnTo>
                    <a:pt x="2428" y="631575"/>
                  </a:lnTo>
                  <a:lnTo>
                    <a:pt x="0" y="612724"/>
                  </a:lnTo>
                  <a:lnTo>
                    <a:pt x="0" y="73075"/>
                  </a:lnTo>
                  <a:close/>
                </a:path>
              </a:pathLst>
            </a:custGeom>
            <a:ln w="190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347864" y="5138178"/>
            <a:ext cx="673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21D2ED"/>
                </a:solidFill>
                <a:latin typeface="Courier New"/>
                <a:cs typeface="Courier New"/>
              </a:rPr>
              <a:t>wc</a:t>
            </a:r>
            <a:r>
              <a:rPr sz="1700" b="1" spc="-2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700" b="1" spc="-25" dirty="0">
                <a:solidFill>
                  <a:srgbClr val="21D2ED"/>
                </a:solidFill>
                <a:latin typeface="Courier New"/>
                <a:cs typeface="Courier New"/>
              </a:rPr>
              <a:t>-</a:t>
            </a:r>
            <a:r>
              <a:rPr sz="1700" b="1" spc="-50" dirty="0">
                <a:solidFill>
                  <a:srgbClr val="21D2ED"/>
                </a:solidFill>
                <a:latin typeface="Courier New"/>
                <a:cs typeface="Courier New"/>
              </a:rPr>
              <a:t>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856624" y="5161216"/>
            <a:ext cx="11645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counts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lines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59700" y="5884811"/>
            <a:ext cx="3064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Output</a:t>
            </a:r>
            <a:r>
              <a:rPr sz="12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of</a:t>
            </a:r>
            <a:r>
              <a:rPr sz="12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each</a:t>
            </a:r>
            <a:r>
              <a:rPr sz="12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command</a:t>
            </a:r>
            <a:r>
              <a:rPr sz="12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flows</a:t>
            </a:r>
            <a:r>
              <a:rPr sz="12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into</a:t>
            </a:r>
            <a:r>
              <a:rPr sz="12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EB2C7"/>
                </a:solidFill>
                <a:latin typeface="Calibri"/>
                <a:cs typeface="Calibri"/>
              </a:rPr>
              <a:t>next</a:t>
            </a:r>
            <a:r>
              <a:rPr sz="12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9EB2C7"/>
                </a:solidFill>
                <a:latin typeface="Calibri"/>
                <a:cs typeface="Calibri"/>
              </a:rPr>
              <a:t>one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100" dirty="0">
                <a:solidFill>
                  <a:srgbClr val="21D2ED"/>
                </a:solidFill>
              </a:rPr>
              <a:t> </a:t>
            </a:r>
            <a:r>
              <a:rPr dirty="0"/>
              <a:t>Problem</a:t>
            </a:r>
            <a:r>
              <a:rPr spc="-100" dirty="0"/>
              <a:t> </a:t>
            </a:r>
            <a:r>
              <a:rPr spc="-1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1984" y="2508300"/>
            <a:ext cx="6779259" cy="634365"/>
            <a:chOff x="541984" y="2508300"/>
            <a:chExt cx="6779259" cy="634365"/>
          </a:xfrm>
        </p:grpSpPr>
        <p:sp>
          <p:nvSpPr>
            <p:cNvPr id="4" name="object 4"/>
            <p:cNvSpPr/>
            <p:nvPr/>
          </p:nvSpPr>
          <p:spPr>
            <a:xfrm>
              <a:off x="548284" y="2514600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66931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39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393" y="567313"/>
                  </a:lnTo>
                  <a:lnTo>
                    <a:pt x="2428" y="567496"/>
                  </a:lnTo>
                  <a:lnTo>
                    <a:pt x="5410" y="576375"/>
                  </a:lnTo>
                  <a:lnTo>
                    <a:pt x="5464" y="576536"/>
                  </a:lnTo>
                  <a:lnTo>
                    <a:pt x="9715" y="585000"/>
                  </a:lnTo>
                  <a:lnTo>
                    <a:pt x="44979" y="616250"/>
                  </a:lnTo>
                  <a:lnTo>
                    <a:pt x="73075" y="621715"/>
                  </a:lnTo>
                  <a:lnTo>
                    <a:pt x="6693471" y="621360"/>
                  </a:lnTo>
                  <a:lnTo>
                    <a:pt x="6737849" y="606261"/>
                  </a:lnTo>
                  <a:lnTo>
                    <a:pt x="6764068" y="567496"/>
                  </a:lnTo>
                  <a:lnTo>
                    <a:pt x="6764129" y="567313"/>
                  </a:lnTo>
                  <a:lnTo>
                    <a:pt x="6765913" y="558118"/>
                  </a:lnTo>
                  <a:lnTo>
                    <a:pt x="6765952" y="557916"/>
                  </a:lnTo>
                  <a:lnTo>
                    <a:pt x="6766537" y="548639"/>
                  </a:lnTo>
                  <a:lnTo>
                    <a:pt x="6766559" y="548284"/>
                  </a:lnTo>
                  <a:lnTo>
                    <a:pt x="6766191" y="73075"/>
                  </a:lnTo>
                  <a:lnTo>
                    <a:pt x="6751100" y="28705"/>
                  </a:lnTo>
                  <a:lnTo>
                    <a:pt x="6712150" y="2428"/>
                  </a:lnTo>
                  <a:lnTo>
                    <a:pt x="6702749" y="607"/>
                  </a:lnTo>
                  <a:lnTo>
                    <a:pt x="669311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284" y="2514600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6693115" y="0"/>
                  </a:lnTo>
                  <a:lnTo>
                    <a:pt x="6737643" y="15104"/>
                  </a:lnTo>
                  <a:lnTo>
                    <a:pt x="6763762" y="54224"/>
                  </a:lnTo>
                  <a:lnTo>
                    <a:pt x="6766191" y="73075"/>
                  </a:lnTo>
                  <a:lnTo>
                    <a:pt x="6766559" y="548284"/>
                  </a:lnTo>
                  <a:lnTo>
                    <a:pt x="6765952" y="557916"/>
                  </a:lnTo>
                  <a:lnTo>
                    <a:pt x="6764129" y="567313"/>
                  </a:lnTo>
                  <a:lnTo>
                    <a:pt x="6737849" y="606261"/>
                  </a:lnTo>
                  <a:lnTo>
                    <a:pt x="6693471" y="621360"/>
                  </a:lnTo>
                  <a:lnTo>
                    <a:pt x="73075" y="621715"/>
                  </a:lnTo>
                  <a:lnTo>
                    <a:pt x="28548" y="606618"/>
                  </a:lnTo>
                  <a:lnTo>
                    <a:pt x="2428" y="567496"/>
                  </a:lnTo>
                  <a:lnTo>
                    <a:pt x="0" y="54863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800" y="2624035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71" y="323796"/>
                  </a:lnTo>
                  <a:lnTo>
                    <a:pt x="78842" y="360822"/>
                  </a:lnTo>
                  <a:lnTo>
                    <a:pt x="124289" y="387148"/>
                  </a:lnTo>
                  <a:lnTo>
                    <a:pt x="174918" y="400750"/>
                  </a:lnTo>
                  <a:lnTo>
                    <a:pt x="201244" y="402488"/>
                  </a:lnTo>
                  <a:lnTo>
                    <a:pt x="227574" y="400750"/>
                  </a:lnTo>
                  <a:lnTo>
                    <a:pt x="278343" y="387148"/>
                  </a:lnTo>
                  <a:lnTo>
                    <a:pt x="323794" y="360822"/>
                  </a:lnTo>
                  <a:lnTo>
                    <a:pt x="360812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06" y="78842"/>
                  </a:lnTo>
                  <a:lnTo>
                    <a:pt x="323638" y="41671"/>
                  </a:lnTo>
                  <a:lnTo>
                    <a:pt x="278187" y="15339"/>
                  </a:lnTo>
                  <a:lnTo>
                    <a:pt x="227568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41984" y="3239820"/>
            <a:ext cx="6779259" cy="634365"/>
            <a:chOff x="541984" y="3239820"/>
            <a:chExt cx="6779259" cy="634365"/>
          </a:xfrm>
        </p:grpSpPr>
        <p:sp>
          <p:nvSpPr>
            <p:cNvPr id="8" name="object 8"/>
            <p:cNvSpPr/>
            <p:nvPr/>
          </p:nvSpPr>
          <p:spPr>
            <a:xfrm>
              <a:off x="548284" y="3246119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66931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39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1413" y="600257"/>
                  </a:lnTo>
                  <a:lnTo>
                    <a:pt x="63442" y="621108"/>
                  </a:lnTo>
                  <a:lnTo>
                    <a:pt x="73075" y="621715"/>
                  </a:lnTo>
                  <a:lnTo>
                    <a:pt x="6693471" y="621360"/>
                  </a:lnTo>
                  <a:lnTo>
                    <a:pt x="6737849" y="606261"/>
                  </a:lnTo>
                  <a:lnTo>
                    <a:pt x="6761010" y="576536"/>
                  </a:lnTo>
                  <a:lnTo>
                    <a:pt x="6761089" y="576375"/>
                  </a:lnTo>
                  <a:lnTo>
                    <a:pt x="6764068" y="567496"/>
                  </a:lnTo>
                  <a:lnTo>
                    <a:pt x="6764129" y="567313"/>
                  </a:lnTo>
                  <a:lnTo>
                    <a:pt x="6765913" y="558118"/>
                  </a:lnTo>
                  <a:lnTo>
                    <a:pt x="6765952" y="557916"/>
                  </a:lnTo>
                  <a:lnTo>
                    <a:pt x="6766537" y="548639"/>
                  </a:lnTo>
                  <a:lnTo>
                    <a:pt x="6766559" y="548284"/>
                  </a:lnTo>
                  <a:lnTo>
                    <a:pt x="6766191" y="73075"/>
                  </a:lnTo>
                  <a:lnTo>
                    <a:pt x="6751100" y="28705"/>
                  </a:lnTo>
                  <a:lnTo>
                    <a:pt x="6712150" y="2428"/>
                  </a:lnTo>
                  <a:lnTo>
                    <a:pt x="6702749" y="607"/>
                  </a:lnTo>
                  <a:lnTo>
                    <a:pt x="669311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284" y="3246119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6693115" y="0"/>
                  </a:lnTo>
                  <a:lnTo>
                    <a:pt x="6737643" y="15104"/>
                  </a:lnTo>
                  <a:lnTo>
                    <a:pt x="6763762" y="54224"/>
                  </a:lnTo>
                  <a:lnTo>
                    <a:pt x="6766191" y="73075"/>
                  </a:lnTo>
                  <a:lnTo>
                    <a:pt x="6766559" y="548284"/>
                  </a:lnTo>
                  <a:lnTo>
                    <a:pt x="6765952" y="557916"/>
                  </a:lnTo>
                  <a:lnTo>
                    <a:pt x="6764129" y="567313"/>
                  </a:lnTo>
                  <a:lnTo>
                    <a:pt x="6737849" y="606261"/>
                  </a:lnTo>
                  <a:lnTo>
                    <a:pt x="6693471" y="621360"/>
                  </a:lnTo>
                  <a:lnTo>
                    <a:pt x="73075" y="621715"/>
                  </a:lnTo>
                  <a:lnTo>
                    <a:pt x="28548" y="606618"/>
                  </a:lnTo>
                  <a:lnTo>
                    <a:pt x="2428" y="567496"/>
                  </a:lnTo>
                  <a:lnTo>
                    <a:pt x="0" y="54863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2800" y="3355555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71" y="323796"/>
                  </a:lnTo>
                  <a:lnTo>
                    <a:pt x="78842" y="360822"/>
                  </a:lnTo>
                  <a:lnTo>
                    <a:pt x="124289" y="387148"/>
                  </a:lnTo>
                  <a:lnTo>
                    <a:pt x="174918" y="400750"/>
                  </a:lnTo>
                  <a:lnTo>
                    <a:pt x="201244" y="402488"/>
                  </a:lnTo>
                  <a:lnTo>
                    <a:pt x="227574" y="400750"/>
                  </a:lnTo>
                  <a:lnTo>
                    <a:pt x="278343" y="387148"/>
                  </a:lnTo>
                  <a:lnTo>
                    <a:pt x="323794" y="360822"/>
                  </a:lnTo>
                  <a:lnTo>
                    <a:pt x="360812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06" y="78842"/>
                  </a:lnTo>
                  <a:lnTo>
                    <a:pt x="323638" y="41671"/>
                  </a:lnTo>
                  <a:lnTo>
                    <a:pt x="278187" y="15339"/>
                  </a:lnTo>
                  <a:lnTo>
                    <a:pt x="227568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49858" y="3434663"/>
            <a:ext cx="45573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9895" algn="l"/>
              </a:tabLst>
            </a:pPr>
            <a:r>
              <a:rPr sz="1600" b="1" spc="-50" dirty="0">
                <a:solidFill>
                  <a:srgbClr val="050E1E"/>
                </a:solidFill>
                <a:latin typeface="Calibri"/>
                <a:cs typeface="Calibri"/>
              </a:rPr>
              <a:t>2</a:t>
            </a:r>
            <a:r>
              <a:rPr sz="1600" b="1" dirty="0">
                <a:solidFill>
                  <a:srgbClr val="050E1E"/>
                </a:solidFill>
                <a:latin typeface="Calibri"/>
                <a:cs typeface="Calibri"/>
              </a:rPr>
              <a:t>	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250" spc="-52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250" spc="-44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spc="-15" baseline="1851" dirty="0">
                <a:solidFill>
                  <a:srgbClr val="FFFFFF"/>
                </a:solidFill>
                <a:latin typeface="Calibri"/>
                <a:cs typeface="Calibri"/>
              </a:rPr>
              <a:t>efficient</a:t>
            </a:r>
            <a:r>
              <a:rPr sz="2250" spc="-44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spc="-15" baseline="1851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sz="2250" spc="-52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spc="-15" baseline="1851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250" spc="-52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spc="-15" baseline="1851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endParaRPr sz="2250" baseline="1851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1984" y="3971340"/>
            <a:ext cx="6779259" cy="634365"/>
            <a:chOff x="541984" y="3971340"/>
            <a:chExt cx="6779259" cy="634365"/>
          </a:xfrm>
        </p:grpSpPr>
        <p:sp>
          <p:nvSpPr>
            <p:cNvPr id="13" name="object 13"/>
            <p:cNvSpPr/>
            <p:nvPr/>
          </p:nvSpPr>
          <p:spPr>
            <a:xfrm>
              <a:off x="548284" y="3977640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66931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40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1413" y="600257"/>
                  </a:lnTo>
                  <a:lnTo>
                    <a:pt x="63442" y="621108"/>
                  </a:lnTo>
                  <a:lnTo>
                    <a:pt x="73075" y="621715"/>
                  </a:lnTo>
                  <a:lnTo>
                    <a:pt x="6693471" y="621360"/>
                  </a:lnTo>
                  <a:lnTo>
                    <a:pt x="6737849" y="606261"/>
                  </a:lnTo>
                  <a:lnTo>
                    <a:pt x="6761010" y="576536"/>
                  </a:lnTo>
                  <a:lnTo>
                    <a:pt x="6761089" y="576375"/>
                  </a:lnTo>
                  <a:lnTo>
                    <a:pt x="6764068" y="567496"/>
                  </a:lnTo>
                  <a:lnTo>
                    <a:pt x="6764129" y="567313"/>
                  </a:lnTo>
                  <a:lnTo>
                    <a:pt x="6765913" y="558118"/>
                  </a:lnTo>
                  <a:lnTo>
                    <a:pt x="6765952" y="557916"/>
                  </a:lnTo>
                  <a:lnTo>
                    <a:pt x="6766537" y="548640"/>
                  </a:lnTo>
                  <a:lnTo>
                    <a:pt x="6766559" y="548284"/>
                  </a:lnTo>
                  <a:lnTo>
                    <a:pt x="6766191" y="73075"/>
                  </a:lnTo>
                  <a:lnTo>
                    <a:pt x="6751100" y="28705"/>
                  </a:lnTo>
                  <a:lnTo>
                    <a:pt x="6712150" y="2428"/>
                  </a:lnTo>
                  <a:lnTo>
                    <a:pt x="6702749" y="607"/>
                  </a:lnTo>
                  <a:lnTo>
                    <a:pt x="669311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284" y="3977640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6693115" y="0"/>
                  </a:lnTo>
                  <a:lnTo>
                    <a:pt x="6737643" y="15104"/>
                  </a:lnTo>
                  <a:lnTo>
                    <a:pt x="6763762" y="54224"/>
                  </a:lnTo>
                  <a:lnTo>
                    <a:pt x="6766191" y="73075"/>
                  </a:lnTo>
                  <a:lnTo>
                    <a:pt x="6766559" y="548284"/>
                  </a:lnTo>
                  <a:lnTo>
                    <a:pt x="6765952" y="557916"/>
                  </a:lnTo>
                  <a:lnTo>
                    <a:pt x="6764129" y="567313"/>
                  </a:lnTo>
                  <a:lnTo>
                    <a:pt x="6737849" y="606261"/>
                  </a:lnTo>
                  <a:lnTo>
                    <a:pt x="6693471" y="621360"/>
                  </a:lnTo>
                  <a:lnTo>
                    <a:pt x="73075" y="621715"/>
                  </a:lnTo>
                  <a:lnTo>
                    <a:pt x="28548" y="606618"/>
                  </a:lnTo>
                  <a:lnTo>
                    <a:pt x="2428" y="567496"/>
                  </a:lnTo>
                  <a:lnTo>
                    <a:pt x="0" y="54864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2800" y="4087075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71" y="323796"/>
                  </a:lnTo>
                  <a:lnTo>
                    <a:pt x="78842" y="360822"/>
                  </a:lnTo>
                  <a:lnTo>
                    <a:pt x="124289" y="387148"/>
                  </a:lnTo>
                  <a:lnTo>
                    <a:pt x="174918" y="400750"/>
                  </a:lnTo>
                  <a:lnTo>
                    <a:pt x="201244" y="402488"/>
                  </a:lnTo>
                  <a:lnTo>
                    <a:pt x="227574" y="400750"/>
                  </a:lnTo>
                  <a:lnTo>
                    <a:pt x="278343" y="387148"/>
                  </a:lnTo>
                  <a:lnTo>
                    <a:pt x="323794" y="360822"/>
                  </a:lnTo>
                  <a:lnTo>
                    <a:pt x="360812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06" y="78842"/>
                  </a:lnTo>
                  <a:lnTo>
                    <a:pt x="323638" y="41671"/>
                  </a:lnTo>
                  <a:lnTo>
                    <a:pt x="278187" y="15339"/>
                  </a:lnTo>
                  <a:lnTo>
                    <a:pt x="227568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9858" y="4153585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50E1E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7460" y="4161497"/>
            <a:ext cx="27374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Unnecessary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 use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 temporary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1984" y="4702860"/>
            <a:ext cx="6779259" cy="634365"/>
            <a:chOff x="541984" y="4702860"/>
            <a:chExt cx="6779259" cy="634365"/>
          </a:xfrm>
        </p:grpSpPr>
        <p:sp>
          <p:nvSpPr>
            <p:cNvPr id="19" name="object 19"/>
            <p:cNvSpPr/>
            <p:nvPr/>
          </p:nvSpPr>
          <p:spPr>
            <a:xfrm>
              <a:off x="548284" y="4709160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66931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39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1413" y="600257"/>
                  </a:lnTo>
                  <a:lnTo>
                    <a:pt x="63442" y="621108"/>
                  </a:lnTo>
                  <a:lnTo>
                    <a:pt x="73075" y="621715"/>
                  </a:lnTo>
                  <a:lnTo>
                    <a:pt x="6693471" y="621360"/>
                  </a:lnTo>
                  <a:lnTo>
                    <a:pt x="6737849" y="606261"/>
                  </a:lnTo>
                  <a:lnTo>
                    <a:pt x="6761010" y="576536"/>
                  </a:lnTo>
                  <a:lnTo>
                    <a:pt x="6761089" y="576375"/>
                  </a:lnTo>
                  <a:lnTo>
                    <a:pt x="6764068" y="567496"/>
                  </a:lnTo>
                  <a:lnTo>
                    <a:pt x="6764129" y="567313"/>
                  </a:lnTo>
                  <a:lnTo>
                    <a:pt x="6765913" y="558118"/>
                  </a:lnTo>
                  <a:lnTo>
                    <a:pt x="6765952" y="557916"/>
                  </a:lnTo>
                  <a:lnTo>
                    <a:pt x="6766537" y="548639"/>
                  </a:lnTo>
                  <a:lnTo>
                    <a:pt x="6766559" y="548284"/>
                  </a:lnTo>
                  <a:lnTo>
                    <a:pt x="6766191" y="73075"/>
                  </a:lnTo>
                  <a:lnTo>
                    <a:pt x="6751100" y="28705"/>
                  </a:lnTo>
                  <a:lnTo>
                    <a:pt x="6712150" y="2428"/>
                  </a:lnTo>
                  <a:lnTo>
                    <a:pt x="6702749" y="607"/>
                  </a:lnTo>
                  <a:lnTo>
                    <a:pt x="669311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8284" y="4709160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6693115" y="0"/>
                  </a:lnTo>
                  <a:lnTo>
                    <a:pt x="6737643" y="15104"/>
                  </a:lnTo>
                  <a:lnTo>
                    <a:pt x="6763762" y="54224"/>
                  </a:lnTo>
                  <a:lnTo>
                    <a:pt x="6766191" y="73075"/>
                  </a:lnTo>
                  <a:lnTo>
                    <a:pt x="6766559" y="548284"/>
                  </a:lnTo>
                  <a:lnTo>
                    <a:pt x="6765952" y="557916"/>
                  </a:lnTo>
                  <a:lnTo>
                    <a:pt x="6764129" y="567313"/>
                  </a:lnTo>
                  <a:lnTo>
                    <a:pt x="6737849" y="606261"/>
                  </a:lnTo>
                  <a:lnTo>
                    <a:pt x="6693471" y="621360"/>
                  </a:lnTo>
                  <a:lnTo>
                    <a:pt x="73075" y="621715"/>
                  </a:lnTo>
                  <a:lnTo>
                    <a:pt x="28548" y="606618"/>
                  </a:lnTo>
                  <a:lnTo>
                    <a:pt x="2428" y="567496"/>
                  </a:lnTo>
                  <a:lnTo>
                    <a:pt x="0" y="54863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2800" y="4818596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71" y="323796"/>
                  </a:lnTo>
                  <a:lnTo>
                    <a:pt x="78842" y="360822"/>
                  </a:lnTo>
                  <a:lnTo>
                    <a:pt x="124289" y="387148"/>
                  </a:lnTo>
                  <a:lnTo>
                    <a:pt x="174918" y="400750"/>
                  </a:lnTo>
                  <a:lnTo>
                    <a:pt x="201244" y="402488"/>
                  </a:lnTo>
                  <a:lnTo>
                    <a:pt x="227574" y="400750"/>
                  </a:lnTo>
                  <a:lnTo>
                    <a:pt x="278343" y="387148"/>
                  </a:lnTo>
                  <a:lnTo>
                    <a:pt x="323794" y="360822"/>
                  </a:lnTo>
                  <a:lnTo>
                    <a:pt x="360812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06" y="78842"/>
                  </a:lnTo>
                  <a:lnTo>
                    <a:pt x="323638" y="41671"/>
                  </a:lnTo>
                  <a:lnTo>
                    <a:pt x="278187" y="15339"/>
                  </a:lnTo>
                  <a:lnTo>
                    <a:pt x="227568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9858" y="4897704"/>
            <a:ext cx="41852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9895" algn="l"/>
              </a:tabLst>
            </a:pPr>
            <a:r>
              <a:rPr sz="1600" b="1" spc="-50" dirty="0">
                <a:solidFill>
                  <a:srgbClr val="050E1E"/>
                </a:solidFill>
                <a:latin typeface="Calibri"/>
                <a:cs typeface="Calibri"/>
              </a:rPr>
              <a:t>4</a:t>
            </a:r>
            <a:r>
              <a:rPr sz="1600" b="1" dirty="0">
                <a:solidFill>
                  <a:srgbClr val="050E1E"/>
                </a:solidFill>
                <a:latin typeface="Calibri"/>
                <a:cs typeface="Calibri"/>
              </a:rPr>
              <a:t>	</a:t>
            </a:r>
            <a:r>
              <a:rPr sz="2250" spc="-15" baseline="1851" dirty="0">
                <a:solidFill>
                  <a:srgbClr val="FFFFFF"/>
                </a:solidFill>
                <a:latin typeface="Calibri"/>
                <a:cs typeface="Calibri"/>
              </a:rPr>
              <a:t>Complexity</a:t>
            </a:r>
            <a:r>
              <a:rPr sz="2250" spc="-52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50" spc="-52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managing</a:t>
            </a:r>
            <a:r>
              <a:rPr sz="2250" spc="-52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250" spc="-60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2250" spc="-60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spc="-15" baseline="1851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endParaRPr sz="2250" baseline="1851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41984" y="5434379"/>
            <a:ext cx="6779259" cy="634365"/>
            <a:chOff x="541984" y="5434379"/>
            <a:chExt cx="6779259" cy="634365"/>
          </a:xfrm>
        </p:grpSpPr>
        <p:sp>
          <p:nvSpPr>
            <p:cNvPr id="24" name="object 24"/>
            <p:cNvSpPr/>
            <p:nvPr/>
          </p:nvSpPr>
          <p:spPr>
            <a:xfrm>
              <a:off x="548284" y="5440679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66931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40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1413" y="600257"/>
                  </a:lnTo>
                  <a:lnTo>
                    <a:pt x="63442" y="621108"/>
                  </a:lnTo>
                  <a:lnTo>
                    <a:pt x="73075" y="621715"/>
                  </a:lnTo>
                  <a:lnTo>
                    <a:pt x="6693471" y="621360"/>
                  </a:lnTo>
                  <a:lnTo>
                    <a:pt x="6737849" y="606261"/>
                  </a:lnTo>
                  <a:lnTo>
                    <a:pt x="6761010" y="576536"/>
                  </a:lnTo>
                  <a:lnTo>
                    <a:pt x="6761089" y="576375"/>
                  </a:lnTo>
                  <a:lnTo>
                    <a:pt x="6764068" y="567496"/>
                  </a:lnTo>
                  <a:lnTo>
                    <a:pt x="6764129" y="567313"/>
                  </a:lnTo>
                  <a:lnTo>
                    <a:pt x="6765913" y="558118"/>
                  </a:lnTo>
                  <a:lnTo>
                    <a:pt x="6765952" y="557916"/>
                  </a:lnTo>
                  <a:lnTo>
                    <a:pt x="6766537" y="548640"/>
                  </a:lnTo>
                  <a:lnTo>
                    <a:pt x="6766559" y="548284"/>
                  </a:lnTo>
                  <a:lnTo>
                    <a:pt x="6766191" y="73075"/>
                  </a:lnTo>
                  <a:lnTo>
                    <a:pt x="6751100" y="28705"/>
                  </a:lnTo>
                  <a:lnTo>
                    <a:pt x="6712150" y="2428"/>
                  </a:lnTo>
                  <a:lnTo>
                    <a:pt x="6702749" y="607"/>
                  </a:lnTo>
                  <a:lnTo>
                    <a:pt x="669311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8284" y="5440679"/>
              <a:ext cx="6766559" cy="622300"/>
            </a:xfrm>
            <a:custGeom>
              <a:avLst/>
              <a:gdLst/>
              <a:ahLst/>
              <a:cxnLst/>
              <a:rect l="l" t="t" r="r" b="b"/>
              <a:pathLst>
                <a:path w="6766559" h="6223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6693115" y="0"/>
                  </a:lnTo>
                  <a:lnTo>
                    <a:pt x="6737643" y="15104"/>
                  </a:lnTo>
                  <a:lnTo>
                    <a:pt x="6763762" y="54224"/>
                  </a:lnTo>
                  <a:lnTo>
                    <a:pt x="6766191" y="73075"/>
                  </a:lnTo>
                  <a:lnTo>
                    <a:pt x="6766559" y="548284"/>
                  </a:lnTo>
                  <a:lnTo>
                    <a:pt x="6765952" y="557916"/>
                  </a:lnTo>
                  <a:lnTo>
                    <a:pt x="6764129" y="567313"/>
                  </a:lnTo>
                  <a:lnTo>
                    <a:pt x="6737849" y="606261"/>
                  </a:lnTo>
                  <a:lnTo>
                    <a:pt x="6693471" y="621360"/>
                  </a:lnTo>
                  <a:lnTo>
                    <a:pt x="73075" y="621715"/>
                  </a:lnTo>
                  <a:lnTo>
                    <a:pt x="28548" y="606618"/>
                  </a:lnTo>
                  <a:lnTo>
                    <a:pt x="2428" y="567496"/>
                  </a:lnTo>
                  <a:lnTo>
                    <a:pt x="0" y="54864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2800" y="5550115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71" y="323796"/>
                  </a:lnTo>
                  <a:lnTo>
                    <a:pt x="78842" y="360822"/>
                  </a:lnTo>
                  <a:lnTo>
                    <a:pt x="124289" y="387148"/>
                  </a:lnTo>
                  <a:lnTo>
                    <a:pt x="174918" y="400750"/>
                  </a:lnTo>
                  <a:lnTo>
                    <a:pt x="201244" y="402488"/>
                  </a:lnTo>
                  <a:lnTo>
                    <a:pt x="227574" y="400750"/>
                  </a:lnTo>
                  <a:lnTo>
                    <a:pt x="278343" y="387148"/>
                  </a:lnTo>
                  <a:lnTo>
                    <a:pt x="323794" y="360822"/>
                  </a:lnTo>
                  <a:lnTo>
                    <a:pt x="360812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06" y="78842"/>
                  </a:lnTo>
                  <a:lnTo>
                    <a:pt x="323638" y="41671"/>
                  </a:lnTo>
                  <a:lnTo>
                    <a:pt x="278187" y="15339"/>
                  </a:lnTo>
                  <a:lnTo>
                    <a:pt x="227568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49858" y="5616625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50E1E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67460" y="5624538"/>
            <a:ext cx="40011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proper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synchronization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674254" y="2096770"/>
            <a:ext cx="3972560" cy="3898900"/>
            <a:chOff x="7674254" y="2096770"/>
            <a:chExt cx="3972560" cy="3898900"/>
          </a:xfrm>
        </p:grpSpPr>
        <p:sp>
          <p:nvSpPr>
            <p:cNvPr id="30" name="object 30"/>
            <p:cNvSpPr/>
            <p:nvPr/>
          </p:nvSpPr>
          <p:spPr>
            <a:xfrm>
              <a:off x="7680604" y="2103120"/>
              <a:ext cx="3959860" cy="3886200"/>
            </a:xfrm>
            <a:custGeom>
              <a:avLst/>
              <a:gdLst/>
              <a:ahLst/>
              <a:cxnLst/>
              <a:rect l="l" t="t" r="r" b="b"/>
              <a:pathLst>
                <a:path w="3959859" h="3886200">
                  <a:moveTo>
                    <a:pt x="3885831" y="0"/>
                  </a:moveTo>
                  <a:lnTo>
                    <a:pt x="73075" y="0"/>
                  </a:lnTo>
                  <a:lnTo>
                    <a:pt x="63447" y="607"/>
                  </a:lnTo>
                  <a:lnTo>
                    <a:pt x="2141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3813124"/>
                  </a:lnTo>
                  <a:lnTo>
                    <a:pt x="584" y="3822395"/>
                  </a:lnTo>
                  <a:lnTo>
                    <a:pt x="607" y="3822750"/>
                  </a:lnTo>
                  <a:lnTo>
                    <a:pt x="2367" y="3831796"/>
                  </a:lnTo>
                  <a:lnTo>
                    <a:pt x="2428" y="3832109"/>
                  </a:lnTo>
                  <a:lnTo>
                    <a:pt x="28548" y="3871095"/>
                  </a:lnTo>
                  <a:lnTo>
                    <a:pt x="73075" y="3886200"/>
                  </a:lnTo>
                  <a:lnTo>
                    <a:pt x="3886200" y="3885844"/>
                  </a:lnTo>
                  <a:lnTo>
                    <a:pt x="3930570" y="3870740"/>
                  </a:lnTo>
                  <a:lnTo>
                    <a:pt x="3956742" y="3832109"/>
                  </a:lnTo>
                  <a:lnTo>
                    <a:pt x="3956846" y="3831796"/>
                  </a:lnTo>
                  <a:lnTo>
                    <a:pt x="3958599" y="3822750"/>
                  </a:lnTo>
                  <a:lnTo>
                    <a:pt x="3958668" y="3822395"/>
                  </a:lnTo>
                  <a:lnTo>
                    <a:pt x="3959252" y="3813124"/>
                  </a:lnTo>
                  <a:lnTo>
                    <a:pt x="3959275" y="3812755"/>
                  </a:lnTo>
                  <a:lnTo>
                    <a:pt x="3958920" y="73075"/>
                  </a:lnTo>
                  <a:lnTo>
                    <a:pt x="3943816" y="28705"/>
                  </a:lnTo>
                  <a:lnTo>
                    <a:pt x="3904872" y="2428"/>
                  </a:lnTo>
                  <a:lnTo>
                    <a:pt x="3895471" y="607"/>
                  </a:lnTo>
                  <a:lnTo>
                    <a:pt x="388583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80604" y="2103120"/>
              <a:ext cx="3959860" cy="3886200"/>
            </a:xfrm>
            <a:custGeom>
              <a:avLst/>
              <a:gdLst/>
              <a:ahLst/>
              <a:cxnLst/>
              <a:rect l="l" t="t" r="r" b="b"/>
              <a:pathLst>
                <a:path w="3959859" h="38862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885831" y="0"/>
                  </a:lnTo>
                  <a:lnTo>
                    <a:pt x="3930364" y="15104"/>
                  </a:lnTo>
                  <a:lnTo>
                    <a:pt x="3956489" y="54090"/>
                  </a:lnTo>
                  <a:lnTo>
                    <a:pt x="3958920" y="73075"/>
                  </a:lnTo>
                  <a:lnTo>
                    <a:pt x="3959275" y="3812755"/>
                  </a:lnTo>
                  <a:lnTo>
                    <a:pt x="3958668" y="3822395"/>
                  </a:lnTo>
                  <a:lnTo>
                    <a:pt x="3956846" y="3831796"/>
                  </a:lnTo>
                  <a:lnTo>
                    <a:pt x="3930570" y="3870740"/>
                  </a:lnTo>
                  <a:lnTo>
                    <a:pt x="3886200" y="3885844"/>
                  </a:lnTo>
                  <a:lnTo>
                    <a:pt x="73075" y="3886200"/>
                  </a:lnTo>
                  <a:lnTo>
                    <a:pt x="28548" y="3871095"/>
                  </a:lnTo>
                  <a:lnTo>
                    <a:pt x="2428" y="3832109"/>
                  </a:lnTo>
                  <a:lnTo>
                    <a:pt x="0" y="381312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909204" y="233136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03306" y="9313"/>
                  </a:lnTo>
                  <a:lnTo>
                    <a:pt x="137159" y="36715"/>
                  </a:lnTo>
                  <a:lnTo>
                    <a:pt x="8031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19" y="548639"/>
                  </a:lnTo>
                  <a:lnTo>
                    <a:pt x="310226" y="546294"/>
                  </a:lnTo>
                  <a:lnTo>
                    <a:pt x="379209" y="527830"/>
                  </a:lnTo>
                  <a:lnTo>
                    <a:pt x="441397" y="491916"/>
                  </a:lnTo>
                  <a:lnTo>
                    <a:pt x="491916" y="441397"/>
                  </a:lnTo>
                  <a:lnTo>
                    <a:pt x="527830" y="379209"/>
                  </a:lnTo>
                  <a:lnTo>
                    <a:pt x="546294" y="310226"/>
                  </a:lnTo>
                  <a:lnTo>
                    <a:pt x="548639" y="274320"/>
                  </a:lnTo>
                  <a:lnTo>
                    <a:pt x="546294" y="238406"/>
                  </a:lnTo>
                  <a:lnTo>
                    <a:pt x="527830" y="169422"/>
                  </a:lnTo>
                  <a:lnTo>
                    <a:pt x="491916" y="107235"/>
                  </a:lnTo>
                  <a:lnTo>
                    <a:pt x="441397" y="56710"/>
                  </a:lnTo>
                  <a:lnTo>
                    <a:pt x="379209" y="20804"/>
                  </a:lnTo>
                  <a:lnTo>
                    <a:pt x="310226" y="2345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 descr="Lightbulb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0158" y="2451963"/>
              <a:ext cx="306717" cy="306717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35584" y="1176020"/>
            <a:ext cx="10628630" cy="17837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executed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one,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extra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steps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needed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pass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them.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Intermediate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output,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increases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manual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file-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overhead.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ABE23"/>
                </a:solidFill>
                <a:latin typeface="Calibri"/>
                <a:cs typeface="Calibri"/>
              </a:rPr>
              <a:t>Problems</a:t>
            </a:r>
            <a:r>
              <a:rPr sz="1800" b="1" spc="-70" dirty="0">
                <a:solidFill>
                  <a:srgbClr val="FABE2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ABE23"/>
                </a:solidFill>
                <a:latin typeface="Calibri"/>
                <a:cs typeface="Calibri"/>
              </a:rPr>
              <a:t>Identified</a:t>
            </a:r>
            <a:endParaRPr sz="1800">
              <a:latin typeface="Calibri"/>
              <a:cs typeface="Calibri"/>
            </a:endParaRPr>
          </a:p>
          <a:p>
            <a:pPr marR="1099185" algn="r">
              <a:lnSpc>
                <a:spcPts val="2365"/>
              </a:lnSpc>
              <a:spcBef>
                <a:spcPts val="475"/>
              </a:spcBef>
            </a:pPr>
            <a:r>
              <a:rPr sz="2200" b="1" dirty="0">
                <a:solidFill>
                  <a:srgbClr val="49DD7F"/>
                </a:solidFill>
                <a:latin typeface="Calibri"/>
                <a:cs typeface="Calibri"/>
              </a:rPr>
              <a:t>Our</a:t>
            </a:r>
            <a:r>
              <a:rPr sz="22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49DD7F"/>
                </a:solidFill>
                <a:latin typeface="Calibri"/>
                <a:cs typeface="Calibri"/>
              </a:rPr>
              <a:t>Solution</a:t>
            </a:r>
            <a:endParaRPr sz="2200">
              <a:latin typeface="Calibri"/>
              <a:cs typeface="Calibri"/>
            </a:endParaRPr>
          </a:p>
          <a:p>
            <a:pPr marL="326390">
              <a:lnSpc>
                <a:spcPts val="1645"/>
              </a:lnSpc>
              <a:tabLst>
                <a:tab pos="744220" algn="l"/>
              </a:tabLst>
            </a:pPr>
            <a:r>
              <a:rPr sz="1600" b="1" spc="-50" dirty="0">
                <a:solidFill>
                  <a:srgbClr val="050E1E"/>
                </a:solidFill>
                <a:latin typeface="Calibri"/>
                <a:cs typeface="Calibri"/>
              </a:rPr>
              <a:t>1</a:t>
            </a:r>
            <a:r>
              <a:rPr sz="1600" b="1" dirty="0">
                <a:solidFill>
                  <a:srgbClr val="050E1E"/>
                </a:solidFill>
                <a:latin typeface="Calibri"/>
                <a:cs typeface="Calibri"/>
              </a:rPr>
              <a:t>	</a:t>
            </a:r>
            <a:r>
              <a:rPr sz="2250" spc="-15" baseline="1851" dirty="0">
                <a:solidFill>
                  <a:srgbClr val="FFFFFF"/>
                </a:solidFill>
                <a:latin typeface="Calibri"/>
                <a:cs typeface="Calibri"/>
              </a:rPr>
              <a:t>Difficult</a:t>
            </a:r>
            <a:r>
              <a:rPr sz="2250" spc="-82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250" spc="-75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connect</a:t>
            </a:r>
            <a:r>
              <a:rPr sz="2250" spc="-75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250" spc="-89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baseline="1851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2250" spc="-75" baseline="18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50" spc="-15" baseline="1851" dirty="0">
                <a:solidFill>
                  <a:srgbClr val="FFFFFF"/>
                </a:solidFill>
                <a:latin typeface="Calibri"/>
                <a:cs typeface="Calibri"/>
              </a:rPr>
              <a:t>programmatically</a:t>
            </a:r>
            <a:endParaRPr sz="2250" baseline="1851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96859" y="3095904"/>
            <a:ext cx="34486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C-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accepts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commands separated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pipe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symbol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500" dirty="0">
                <a:solidFill>
                  <a:srgbClr val="21D2ED"/>
                </a:solidFill>
                <a:latin typeface="Courier New"/>
                <a:cs typeface="Courier New"/>
              </a:rPr>
              <a:t>|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runs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concurrently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POSIX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pipes.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903260" y="4931460"/>
            <a:ext cx="3533140" cy="698500"/>
            <a:chOff x="7903260" y="4931460"/>
            <a:chExt cx="3533140" cy="698500"/>
          </a:xfrm>
        </p:grpSpPr>
        <p:sp>
          <p:nvSpPr>
            <p:cNvPr id="37" name="object 37"/>
            <p:cNvSpPr/>
            <p:nvPr/>
          </p:nvSpPr>
          <p:spPr>
            <a:xfrm>
              <a:off x="7909560" y="4937760"/>
              <a:ext cx="3520440" cy="685800"/>
            </a:xfrm>
            <a:custGeom>
              <a:avLst/>
              <a:gdLst/>
              <a:ahLst/>
              <a:cxnLst/>
              <a:rect l="l" t="t" r="r" b="b"/>
              <a:pathLst>
                <a:path w="3520440" h="685800">
                  <a:moveTo>
                    <a:pt x="3465360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631075"/>
                  </a:lnTo>
                  <a:lnTo>
                    <a:pt x="452" y="637928"/>
                  </a:lnTo>
                  <a:lnTo>
                    <a:pt x="466" y="638136"/>
                  </a:lnTo>
                  <a:lnTo>
                    <a:pt x="1798" y="644936"/>
                  </a:lnTo>
                  <a:lnTo>
                    <a:pt x="1843" y="645164"/>
                  </a:lnTo>
                  <a:lnTo>
                    <a:pt x="3994" y="651674"/>
                  </a:lnTo>
                  <a:lnTo>
                    <a:pt x="4098" y="651990"/>
                  </a:lnTo>
                  <a:lnTo>
                    <a:pt x="7200" y="658444"/>
                  </a:lnTo>
                  <a:lnTo>
                    <a:pt x="40497" y="683956"/>
                  </a:lnTo>
                  <a:lnTo>
                    <a:pt x="48071" y="685444"/>
                  </a:lnTo>
                  <a:lnTo>
                    <a:pt x="49219" y="685444"/>
                  </a:lnTo>
                  <a:lnTo>
                    <a:pt x="54724" y="685799"/>
                  </a:lnTo>
                  <a:lnTo>
                    <a:pt x="3465715" y="685444"/>
                  </a:lnTo>
                  <a:lnTo>
                    <a:pt x="3504376" y="669507"/>
                  </a:lnTo>
                  <a:lnTo>
                    <a:pt x="3518520" y="645164"/>
                  </a:lnTo>
                  <a:lnTo>
                    <a:pt x="3518596" y="644936"/>
                  </a:lnTo>
                  <a:lnTo>
                    <a:pt x="3519933" y="638136"/>
                  </a:lnTo>
                  <a:lnTo>
                    <a:pt x="3519973" y="637928"/>
                  </a:lnTo>
                  <a:lnTo>
                    <a:pt x="3520417" y="631075"/>
                  </a:lnTo>
                  <a:lnTo>
                    <a:pt x="3520084" y="54724"/>
                  </a:lnTo>
                  <a:lnTo>
                    <a:pt x="3504147" y="16063"/>
                  </a:lnTo>
                  <a:lnTo>
                    <a:pt x="3472568" y="466"/>
                  </a:lnTo>
                  <a:lnTo>
                    <a:pt x="3465360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09560" y="4937760"/>
              <a:ext cx="3520440" cy="685800"/>
            </a:xfrm>
            <a:custGeom>
              <a:avLst/>
              <a:gdLst/>
              <a:ahLst/>
              <a:cxnLst/>
              <a:rect l="l" t="t" r="r" b="b"/>
              <a:pathLst>
                <a:path w="3520440" h="68580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3465360" y="0"/>
                  </a:lnTo>
                  <a:lnTo>
                    <a:pt x="3504147" y="16063"/>
                  </a:lnTo>
                  <a:lnTo>
                    <a:pt x="3520084" y="54724"/>
                  </a:lnTo>
                  <a:lnTo>
                    <a:pt x="3520440" y="630720"/>
                  </a:lnTo>
                  <a:lnTo>
                    <a:pt x="3519973" y="637928"/>
                  </a:lnTo>
                  <a:lnTo>
                    <a:pt x="3518596" y="644936"/>
                  </a:lnTo>
                  <a:lnTo>
                    <a:pt x="3493084" y="678243"/>
                  </a:lnTo>
                  <a:lnTo>
                    <a:pt x="54724" y="685799"/>
                  </a:lnTo>
                  <a:lnTo>
                    <a:pt x="15925" y="669736"/>
                  </a:lnTo>
                  <a:lnTo>
                    <a:pt x="0" y="63107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562505" y="5146103"/>
            <a:ext cx="2211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1D2ED"/>
                </a:solidFill>
                <a:latin typeface="Courier New"/>
                <a:cs typeface="Courier New"/>
              </a:rPr>
              <a:t>cmd1</a:t>
            </a:r>
            <a:r>
              <a:rPr sz="1600" spc="-4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D2ED"/>
                </a:solidFill>
                <a:latin typeface="Courier New"/>
                <a:cs typeface="Courier New"/>
              </a:rPr>
              <a:t>|</a:t>
            </a:r>
            <a:r>
              <a:rPr sz="1600" spc="-5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D2ED"/>
                </a:solidFill>
                <a:latin typeface="Courier New"/>
                <a:cs typeface="Courier New"/>
              </a:rPr>
              <a:t>cmd2</a:t>
            </a:r>
            <a:r>
              <a:rPr sz="1600" spc="-5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D2ED"/>
                </a:solidFill>
                <a:latin typeface="Courier New"/>
                <a:cs typeface="Courier New"/>
              </a:rPr>
              <a:t>|</a:t>
            </a:r>
            <a:r>
              <a:rPr sz="1600" spc="-4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21D2ED"/>
                </a:solidFill>
                <a:latin typeface="Courier New"/>
                <a:cs typeface="Courier New"/>
              </a:rPr>
              <a:t>cmd3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90" dirty="0">
                <a:solidFill>
                  <a:srgbClr val="21D2ED"/>
                </a:solidFill>
              </a:rPr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584" y="1175664"/>
            <a:ext cx="679830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1D2ED"/>
                </a:solidFill>
                <a:latin typeface="Calibri"/>
                <a:cs typeface="Calibri"/>
              </a:rPr>
              <a:t>Primary</a:t>
            </a:r>
            <a:r>
              <a:rPr sz="1600" spc="-5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1D2ED"/>
                </a:solidFill>
                <a:latin typeface="Calibri"/>
                <a:cs typeface="Calibri"/>
              </a:rPr>
              <a:t>objective:</a:t>
            </a:r>
            <a:r>
              <a:rPr sz="1600" spc="-5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D2ED"/>
                </a:solidFill>
                <a:latin typeface="Calibri"/>
                <a:cs typeface="Calibri"/>
              </a:rPr>
              <a:t>implement</a:t>
            </a:r>
            <a:r>
              <a:rPr sz="1600" spc="-5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D2ED"/>
                </a:solidFill>
                <a:latin typeface="Calibri"/>
                <a:cs typeface="Calibri"/>
              </a:rPr>
              <a:t>a</a:t>
            </a:r>
            <a:r>
              <a:rPr sz="1600" spc="-4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D2ED"/>
                </a:solidFill>
                <a:latin typeface="Calibri"/>
                <a:cs typeface="Calibri"/>
              </a:rPr>
              <a:t>Linux</a:t>
            </a:r>
            <a:r>
              <a:rPr sz="1600" spc="-4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D2ED"/>
                </a:solidFill>
                <a:latin typeface="Calibri"/>
                <a:cs typeface="Calibri"/>
              </a:rPr>
              <a:t>command</a:t>
            </a:r>
            <a:r>
              <a:rPr sz="1600" spc="-4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D2ED"/>
                </a:solidFill>
                <a:latin typeface="Calibri"/>
                <a:cs typeface="Calibri"/>
              </a:rPr>
              <a:t>pipeline</a:t>
            </a:r>
            <a:r>
              <a:rPr sz="1600" spc="-5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1D2ED"/>
                </a:solidFill>
                <a:latin typeface="Calibri"/>
                <a:cs typeface="Calibri"/>
              </a:rPr>
              <a:t>execution</a:t>
            </a:r>
            <a:r>
              <a:rPr sz="1600" spc="-4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1D2ED"/>
                </a:solidFill>
                <a:latin typeface="Calibri"/>
                <a:cs typeface="Calibri"/>
              </a:rPr>
              <a:t>system</a:t>
            </a:r>
            <a:r>
              <a:rPr sz="1600" spc="-5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D2ED"/>
                </a:solidFill>
                <a:latin typeface="Calibri"/>
                <a:cs typeface="Calibri"/>
              </a:rPr>
              <a:t>using</a:t>
            </a:r>
            <a:r>
              <a:rPr sz="1600" spc="-5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21D2ED"/>
                </a:solidFill>
                <a:latin typeface="Calibri"/>
                <a:cs typeface="Calibri"/>
              </a:rPr>
              <a:t>C.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1984" y="1731060"/>
            <a:ext cx="5434965" cy="634365"/>
            <a:chOff x="541984" y="1731060"/>
            <a:chExt cx="5434965" cy="634365"/>
          </a:xfrm>
        </p:grpSpPr>
        <p:sp>
          <p:nvSpPr>
            <p:cNvPr id="5" name="object 5"/>
            <p:cNvSpPr/>
            <p:nvPr/>
          </p:nvSpPr>
          <p:spPr>
            <a:xfrm>
              <a:off x="548284" y="1737359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7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39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393" y="567313"/>
                  </a:lnTo>
                  <a:lnTo>
                    <a:pt x="2428" y="567496"/>
                  </a:lnTo>
                  <a:lnTo>
                    <a:pt x="5410" y="576375"/>
                  </a:lnTo>
                  <a:lnTo>
                    <a:pt x="36360" y="612000"/>
                  </a:lnTo>
                  <a:lnTo>
                    <a:pt x="73075" y="621715"/>
                  </a:lnTo>
                  <a:lnTo>
                    <a:pt x="5349240" y="621360"/>
                  </a:lnTo>
                  <a:lnTo>
                    <a:pt x="5393610" y="606261"/>
                  </a:lnTo>
                  <a:lnTo>
                    <a:pt x="5419825" y="567496"/>
                  </a:lnTo>
                  <a:lnTo>
                    <a:pt x="5419886" y="567313"/>
                  </a:lnTo>
                  <a:lnTo>
                    <a:pt x="5421669" y="558118"/>
                  </a:lnTo>
                  <a:lnTo>
                    <a:pt x="5421708" y="557916"/>
                  </a:lnTo>
                  <a:lnTo>
                    <a:pt x="5422293" y="548639"/>
                  </a:lnTo>
                  <a:lnTo>
                    <a:pt x="5421960" y="73075"/>
                  </a:lnTo>
                  <a:lnTo>
                    <a:pt x="5406856" y="28705"/>
                  </a:lnTo>
                  <a:lnTo>
                    <a:pt x="5367912" y="2428"/>
                  </a:lnTo>
                  <a:lnTo>
                    <a:pt x="5358510" y="607"/>
                  </a:lnTo>
                  <a:lnTo>
                    <a:pt x="534887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284" y="1737359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5348871" y="0"/>
                  </a:lnTo>
                  <a:lnTo>
                    <a:pt x="5393404" y="15104"/>
                  </a:lnTo>
                  <a:lnTo>
                    <a:pt x="5419529" y="54224"/>
                  </a:lnTo>
                  <a:lnTo>
                    <a:pt x="5421960" y="73075"/>
                  </a:lnTo>
                  <a:lnTo>
                    <a:pt x="5422315" y="548284"/>
                  </a:lnTo>
                  <a:lnTo>
                    <a:pt x="5421708" y="557916"/>
                  </a:lnTo>
                  <a:lnTo>
                    <a:pt x="5419886" y="567313"/>
                  </a:lnTo>
                  <a:lnTo>
                    <a:pt x="5393610" y="606261"/>
                  </a:lnTo>
                  <a:lnTo>
                    <a:pt x="5349240" y="621360"/>
                  </a:lnTo>
                  <a:lnTo>
                    <a:pt x="73075" y="621715"/>
                  </a:lnTo>
                  <a:lnTo>
                    <a:pt x="28548" y="606618"/>
                  </a:lnTo>
                  <a:lnTo>
                    <a:pt x="2428" y="567496"/>
                  </a:lnTo>
                  <a:lnTo>
                    <a:pt x="0" y="54863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444" y="1846795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31" y="0"/>
                  </a:moveTo>
                  <a:lnTo>
                    <a:pt x="149124" y="6884"/>
                  </a:lnTo>
                  <a:lnTo>
                    <a:pt x="100799" y="27000"/>
                  </a:lnTo>
                  <a:lnTo>
                    <a:pt x="59037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69" y="323796"/>
                  </a:lnTo>
                  <a:lnTo>
                    <a:pt x="78837" y="360822"/>
                  </a:lnTo>
                  <a:lnTo>
                    <a:pt x="124287" y="387148"/>
                  </a:lnTo>
                  <a:lnTo>
                    <a:pt x="174907" y="400750"/>
                  </a:lnTo>
                  <a:lnTo>
                    <a:pt x="201231" y="402488"/>
                  </a:lnTo>
                  <a:lnTo>
                    <a:pt x="227563" y="400750"/>
                  </a:lnTo>
                  <a:lnTo>
                    <a:pt x="278335" y="387148"/>
                  </a:lnTo>
                  <a:lnTo>
                    <a:pt x="323783" y="360822"/>
                  </a:lnTo>
                  <a:lnTo>
                    <a:pt x="360810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10" y="78842"/>
                  </a:lnTo>
                  <a:lnTo>
                    <a:pt x="323783" y="41671"/>
                  </a:lnTo>
                  <a:lnTo>
                    <a:pt x="278335" y="15339"/>
                  </a:lnTo>
                  <a:lnTo>
                    <a:pt x="227563" y="1738"/>
                  </a:lnTo>
                  <a:lnTo>
                    <a:pt x="201231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183896" y="1731060"/>
            <a:ext cx="5434965" cy="634365"/>
            <a:chOff x="6183896" y="1731060"/>
            <a:chExt cx="5434965" cy="634365"/>
          </a:xfrm>
        </p:grpSpPr>
        <p:sp>
          <p:nvSpPr>
            <p:cNvPr id="25" name="object 25"/>
            <p:cNvSpPr/>
            <p:nvPr/>
          </p:nvSpPr>
          <p:spPr>
            <a:xfrm>
              <a:off x="6190196" y="1737359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8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39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394" y="567313"/>
                  </a:lnTo>
                  <a:lnTo>
                    <a:pt x="2430" y="567496"/>
                  </a:lnTo>
                  <a:lnTo>
                    <a:pt x="5416" y="576375"/>
                  </a:lnTo>
                  <a:lnTo>
                    <a:pt x="36360" y="612000"/>
                  </a:lnTo>
                  <a:lnTo>
                    <a:pt x="73088" y="621715"/>
                  </a:lnTo>
                  <a:lnTo>
                    <a:pt x="5349240" y="621360"/>
                  </a:lnTo>
                  <a:lnTo>
                    <a:pt x="5393617" y="606261"/>
                  </a:lnTo>
                  <a:lnTo>
                    <a:pt x="5419836" y="567496"/>
                  </a:lnTo>
                  <a:lnTo>
                    <a:pt x="5419898" y="567313"/>
                  </a:lnTo>
                  <a:lnTo>
                    <a:pt x="5421681" y="558118"/>
                  </a:lnTo>
                  <a:lnTo>
                    <a:pt x="5421721" y="557916"/>
                  </a:lnTo>
                  <a:lnTo>
                    <a:pt x="5422306" y="548639"/>
                  </a:lnTo>
                  <a:lnTo>
                    <a:pt x="5422328" y="548284"/>
                  </a:lnTo>
                  <a:lnTo>
                    <a:pt x="5421960" y="73075"/>
                  </a:lnTo>
                  <a:lnTo>
                    <a:pt x="5406868" y="28705"/>
                  </a:lnTo>
                  <a:lnTo>
                    <a:pt x="5367918" y="2428"/>
                  </a:lnTo>
                  <a:lnTo>
                    <a:pt x="5358518" y="607"/>
                  </a:lnTo>
                  <a:lnTo>
                    <a:pt x="5348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90196" y="1737359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5348884" y="0"/>
                  </a:lnTo>
                  <a:lnTo>
                    <a:pt x="5393411" y="15104"/>
                  </a:lnTo>
                  <a:lnTo>
                    <a:pt x="5419531" y="54224"/>
                  </a:lnTo>
                  <a:lnTo>
                    <a:pt x="5421960" y="73075"/>
                  </a:lnTo>
                  <a:lnTo>
                    <a:pt x="5422328" y="548284"/>
                  </a:lnTo>
                  <a:lnTo>
                    <a:pt x="5421721" y="557916"/>
                  </a:lnTo>
                  <a:lnTo>
                    <a:pt x="5419898" y="567313"/>
                  </a:lnTo>
                  <a:lnTo>
                    <a:pt x="5393617" y="606261"/>
                  </a:lnTo>
                  <a:lnTo>
                    <a:pt x="5349240" y="621360"/>
                  </a:lnTo>
                  <a:lnTo>
                    <a:pt x="73088" y="621715"/>
                  </a:lnTo>
                  <a:lnTo>
                    <a:pt x="28555" y="606618"/>
                  </a:lnTo>
                  <a:lnTo>
                    <a:pt x="2430" y="567496"/>
                  </a:lnTo>
                  <a:lnTo>
                    <a:pt x="0" y="54863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27356" y="1846795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71" y="323796"/>
                  </a:lnTo>
                  <a:lnTo>
                    <a:pt x="78842" y="360822"/>
                  </a:lnTo>
                  <a:lnTo>
                    <a:pt x="124289" y="387148"/>
                  </a:lnTo>
                  <a:lnTo>
                    <a:pt x="174918" y="400750"/>
                  </a:lnTo>
                  <a:lnTo>
                    <a:pt x="201244" y="402488"/>
                  </a:lnTo>
                  <a:lnTo>
                    <a:pt x="227575" y="400750"/>
                  </a:lnTo>
                  <a:lnTo>
                    <a:pt x="278348" y="387148"/>
                  </a:lnTo>
                  <a:lnTo>
                    <a:pt x="323796" y="360822"/>
                  </a:lnTo>
                  <a:lnTo>
                    <a:pt x="360822" y="323796"/>
                  </a:lnTo>
                  <a:lnTo>
                    <a:pt x="387148" y="278348"/>
                  </a:lnTo>
                  <a:lnTo>
                    <a:pt x="400750" y="227575"/>
                  </a:lnTo>
                  <a:lnTo>
                    <a:pt x="402488" y="201244"/>
                  </a:lnTo>
                  <a:lnTo>
                    <a:pt x="400750" y="174918"/>
                  </a:lnTo>
                  <a:lnTo>
                    <a:pt x="387148" y="124289"/>
                  </a:lnTo>
                  <a:lnTo>
                    <a:pt x="360822" y="78842"/>
                  </a:lnTo>
                  <a:lnTo>
                    <a:pt x="323796" y="41671"/>
                  </a:lnTo>
                  <a:lnTo>
                    <a:pt x="278348" y="15339"/>
                  </a:lnTo>
                  <a:lnTo>
                    <a:pt x="227575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41984" y="2444215"/>
            <a:ext cx="5434965" cy="634365"/>
            <a:chOff x="541984" y="2444215"/>
            <a:chExt cx="5434965" cy="634365"/>
          </a:xfrm>
        </p:grpSpPr>
        <p:sp>
          <p:nvSpPr>
            <p:cNvPr id="9" name="object 9"/>
            <p:cNvSpPr/>
            <p:nvPr/>
          </p:nvSpPr>
          <p:spPr>
            <a:xfrm>
              <a:off x="548284" y="2450515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7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48639"/>
                  </a:lnTo>
                  <a:lnTo>
                    <a:pt x="5412" y="576380"/>
                  </a:lnTo>
                  <a:lnTo>
                    <a:pt x="5464" y="576536"/>
                  </a:lnTo>
                  <a:lnTo>
                    <a:pt x="36360" y="612000"/>
                  </a:lnTo>
                  <a:lnTo>
                    <a:pt x="73075" y="621728"/>
                  </a:lnTo>
                  <a:lnTo>
                    <a:pt x="5349240" y="621360"/>
                  </a:lnTo>
                  <a:lnTo>
                    <a:pt x="5393610" y="606268"/>
                  </a:lnTo>
                  <a:lnTo>
                    <a:pt x="5416774" y="576536"/>
                  </a:lnTo>
                  <a:lnTo>
                    <a:pt x="5416850" y="576380"/>
                  </a:lnTo>
                  <a:lnTo>
                    <a:pt x="5419827" y="567496"/>
                  </a:lnTo>
                  <a:lnTo>
                    <a:pt x="5419886" y="567318"/>
                  </a:lnTo>
                  <a:lnTo>
                    <a:pt x="5421669" y="558118"/>
                  </a:lnTo>
                  <a:lnTo>
                    <a:pt x="5421708" y="557918"/>
                  </a:lnTo>
                  <a:lnTo>
                    <a:pt x="5422293" y="548639"/>
                  </a:lnTo>
                  <a:lnTo>
                    <a:pt x="5422315" y="548284"/>
                  </a:lnTo>
                  <a:lnTo>
                    <a:pt x="5421960" y="73088"/>
                  </a:lnTo>
                  <a:lnTo>
                    <a:pt x="5406856" y="28710"/>
                  </a:lnTo>
                  <a:lnTo>
                    <a:pt x="5367912" y="2430"/>
                  </a:lnTo>
                  <a:lnTo>
                    <a:pt x="5358510" y="607"/>
                  </a:lnTo>
                  <a:lnTo>
                    <a:pt x="534887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284" y="2450515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5348871" y="0"/>
                  </a:lnTo>
                  <a:lnTo>
                    <a:pt x="5393404" y="15109"/>
                  </a:lnTo>
                  <a:lnTo>
                    <a:pt x="5419529" y="54232"/>
                  </a:lnTo>
                  <a:lnTo>
                    <a:pt x="5421960" y="73088"/>
                  </a:lnTo>
                  <a:lnTo>
                    <a:pt x="5422315" y="548284"/>
                  </a:lnTo>
                  <a:lnTo>
                    <a:pt x="5421708" y="557918"/>
                  </a:lnTo>
                  <a:lnTo>
                    <a:pt x="5419886" y="567318"/>
                  </a:lnTo>
                  <a:lnTo>
                    <a:pt x="5393610" y="606268"/>
                  </a:lnTo>
                  <a:lnTo>
                    <a:pt x="5349240" y="621360"/>
                  </a:lnTo>
                  <a:lnTo>
                    <a:pt x="73075" y="621728"/>
                  </a:lnTo>
                  <a:lnTo>
                    <a:pt x="28548" y="606618"/>
                  </a:lnTo>
                  <a:lnTo>
                    <a:pt x="2428" y="567496"/>
                  </a:lnTo>
                  <a:lnTo>
                    <a:pt x="0" y="54863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444" y="2559964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31" y="0"/>
                  </a:moveTo>
                  <a:lnTo>
                    <a:pt x="149124" y="6884"/>
                  </a:lnTo>
                  <a:lnTo>
                    <a:pt x="100799" y="27000"/>
                  </a:lnTo>
                  <a:lnTo>
                    <a:pt x="59037" y="59037"/>
                  </a:lnTo>
                  <a:lnTo>
                    <a:pt x="27000" y="100799"/>
                  </a:lnTo>
                  <a:lnTo>
                    <a:pt x="6884" y="149124"/>
                  </a:lnTo>
                  <a:lnTo>
                    <a:pt x="0" y="201231"/>
                  </a:lnTo>
                  <a:lnTo>
                    <a:pt x="1738" y="227563"/>
                  </a:lnTo>
                  <a:lnTo>
                    <a:pt x="15339" y="278335"/>
                  </a:lnTo>
                  <a:lnTo>
                    <a:pt x="41669" y="323783"/>
                  </a:lnTo>
                  <a:lnTo>
                    <a:pt x="78837" y="360810"/>
                  </a:lnTo>
                  <a:lnTo>
                    <a:pt x="124287" y="387136"/>
                  </a:lnTo>
                  <a:lnTo>
                    <a:pt x="174907" y="400737"/>
                  </a:lnTo>
                  <a:lnTo>
                    <a:pt x="201231" y="402475"/>
                  </a:lnTo>
                  <a:lnTo>
                    <a:pt x="227563" y="400737"/>
                  </a:lnTo>
                  <a:lnTo>
                    <a:pt x="278335" y="387136"/>
                  </a:lnTo>
                  <a:lnTo>
                    <a:pt x="323783" y="360810"/>
                  </a:lnTo>
                  <a:lnTo>
                    <a:pt x="360810" y="323783"/>
                  </a:lnTo>
                  <a:lnTo>
                    <a:pt x="387136" y="278335"/>
                  </a:lnTo>
                  <a:lnTo>
                    <a:pt x="400737" y="227563"/>
                  </a:lnTo>
                  <a:lnTo>
                    <a:pt x="402475" y="201231"/>
                  </a:lnTo>
                  <a:lnTo>
                    <a:pt x="400737" y="174907"/>
                  </a:lnTo>
                  <a:lnTo>
                    <a:pt x="387136" y="124287"/>
                  </a:lnTo>
                  <a:lnTo>
                    <a:pt x="360810" y="78837"/>
                  </a:lnTo>
                  <a:lnTo>
                    <a:pt x="323783" y="41669"/>
                  </a:lnTo>
                  <a:lnTo>
                    <a:pt x="278335" y="15339"/>
                  </a:lnTo>
                  <a:lnTo>
                    <a:pt x="227563" y="1738"/>
                  </a:lnTo>
                  <a:lnTo>
                    <a:pt x="201231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183896" y="2444215"/>
            <a:ext cx="5434965" cy="634365"/>
            <a:chOff x="6183896" y="2444215"/>
            <a:chExt cx="5434965" cy="634365"/>
          </a:xfrm>
        </p:grpSpPr>
        <p:sp>
          <p:nvSpPr>
            <p:cNvPr id="29" name="object 29"/>
            <p:cNvSpPr/>
            <p:nvPr/>
          </p:nvSpPr>
          <p:spPr>
            <a:xfrm>
              <a:off x="6190196" y="2450515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8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48639"/>
                  </a:lnTo>
                  <a:lnTo>
                    <a:pt x="15103" y="593017"/>
                  </a:lnTo>
                  <a:lnTo>
                    <a:pt x="54048" y="619298"/>
                  </a:lnTo>
                  <a:lnTo>
                    <a:pt x="73088" y="621728"/>
                  </a:lnTo>
                  <a:lnTo>
                    <a:pt x="5349240" y="621360"/>
                  </a:lnTo>
                  <a:lnTo>
                    <a:pt x="5393617" y="606268"/>
                  </a:lnTo>
                  <a:lnTo>
                    <a:pt x="5416781" y="576536"/>
                  </a:lnTo>
                  <a:lnTo>
                    <a:pt x="5416858" y="576380"/>
                  </a:lnTo>
                  <a:lnTo>
                    <a:pt x="5419838" y="567496"/>
                  </a:lnTo>
                  <a:lnTo>
                    <a:pt x="5419898" y="567318"/>
                  </a:lnTo>
                  <a:lnTo>
                    <a:pt x="5421682" y="558118"/>
                  </a:lnTo>
                  <a:lnTo>
                    <a:pt x="5421721" y="557918"/>
                  </a:lnTo>
                  <a:lnTo>
                    <a:pt x="5422306" y="548639"/>
                  </a:lnTo>
                  <a:lnTo>
                    <a:pt x="5422328" y="548284"/>
                  </a:lnTo>
                  <a:lnTo>
                    <a:pt x="5421960" y="73088"/>
                  </a:lnTo>
                  <a:lnTo>
                    <a:pt x="5406868" y="28710"/>
                  </a:lnTo>
                  <a:lnTo>
                    <a:pt x="5367918" y="2430"/>
                  </a:lnTo>
                  <a:lnTo>
                    <a:pt x="5358518" y="607"/>
                  </a:lnTo>
                  <a:lnTo>
                    <a:pt x="5348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90196" y="2450515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5348884" y="0"/>
                  </a:lnTo>
                  <a:lnTo>
                    <a:pt x="5393411" y="15109"/>
                  </a:lnTo>
                  <a:lnTo>
                    <a:pt x="5419531" y="54232"/>
                  </a:lnTo>
                  <a:lnTo>
                    <a:pt x="5421960" y="73088"/>
                  </a:lnTo>
                  <a:lnTo>
                    <a:pt x="5422328" y="548284"/>
                  </a:lnTo>
                  <a:lnTo>
                    <a:pt x="5421721" y="557918"/>
                  </a:lnTo>
                  <a:lnTo>
                    <a:pt x="5419898" y="567318"/>
                  </a:lnTo>
                  <a:lnTo>
                    <a:pt x="5393617" y="606268"/>
                  </a:lnTo>
                  <a:lnTo>
                    <a:pt x="5349240" y="621360"/>
                  </a:lnTo>
                  <a:lnTo>
                    <a:pt x="73088" y="621728"/>
                  </a:lnTo>
                  <a:lnTo>
                    <a:pt x="28555" y="606618"/>
                  </a:lnTo>
                  <a:lnTo>
                    <a:pt x="2430" y="567496"/>
                  </a:lnTo>
                  <a:lnTo>
                    <a:pt x="0" y="548639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27356" y="2559964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37"/>
                  </a:lnTo>
                  <a:lnTo>
                    <a:pt x="27000" y="100799"/>
                  </a:lnTo>
                  <a:lnTo>
                    <a:pt x="6884" y="149124"/>
                  </a:lnTo>
                  <a:lnTo>
                    <a:pt x="0" y="201231"/>
                  </a:lnTo>
                  <a:lnTo>
                    <a:pt x="1738" y="227563"/>
                  </a:lnTo>
                  <a:lnTo>
                    <a:pt x="15339" y="278335"/>
                  </a:lnTo>
                  <a:lnTo>
                    <a:pt x="41671" y="323783"/>
                  </a:lnTo>
                  <a:lnTo>
                    <a:pt x="78842" y="360810"/>
                  </a:lnTo>
                  <a:lnTo>
                    <a:pt x="124289" y="387136"/>
                  </a:lnTo>
                  <a:lnTo>
                    <a:pt x="174918" y="400737"/>
                  </a:lnTo>
                  <a:lnTo>
                    <a:pt x="201244" y="402475"/>
                  </a:lnTo>
                  <a:lnTo>
                    <a:pt x="227575" y="400737"/>
                  </a:lnTo>
                  <a:lnTo>
                    <a:pt x="278348" y="387136"/>
                  </a:lnTo>
                  <a:lnTo>
                    <a:pt x="323796" y="360810"/>
                  </a:lnTo>
                  <a:lnTo>
                    <a:pt x="360822" y="323783"/>
                  </a:lnTo>
                  <a:lnTo>
                    <a:pt x="387148" y="278335"/>
                  </a:lnTo>
                  <a:lnTo>
                    <a:pt x="400750" y="227563"/>
                  </a:lnTo>
                  <a:lnTo>
                    <a:pt x="402488" y="201231"/>
                  </a:lnTo>
                  <a:lnTo>
                    <a:pt x="400750" y="174907"/>
                  </a:lnTo>
                  <a:lnTo>
                    <a:pt x="387148" y="124287"/>
                  </a:lnTo>
                  <a:lnTo>
                    <a:pt x="360822" y="78837"/>
                  </a:lnTo>
                  <a:lnTo>
                    <a:pt x="323796" y="41669"/>
                  </a:lnTo>
                  <a:lnTo>
                    <a:pt x="278348" y="15339"/>
                  </a:lnTo>
                  <a:lnTo>
                    <a:pt x="227575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41984" y="3157384"/>
            <a:ext cx="5434965" cy="634365"/>
            <a:chOff x="541984" y="3157384"/>
            <a:chExt cx="5434965" cy="634365"/>
          </a:xfrm>
        </p:grpSpPr>
        <p:sp>
          <p:nvSpPr>
            <p:cNvPr id="13" name="object 13"/>
            <p:cNvSpPr/>
            <p:nvPr/>
          </p:nvSpPr>
          <p:spPr>
            <a:xfrm>
              <a:off x="548284" y="3163684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7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548640"/>
                  </a:lnTo>
                  <a:lnTo>
                    <a:pt x="594" y="557911"/>
                  </a:lnTo>
                  <a:lnTo>
                    <a:pt x="607" y="558116"/>
                  </a:lnTo>
                  <a:lnTo>
                    <a:pt x="2394" y="567312"/>
                  </a:lnTo>
                  <a:lnTo>
                    <a:pt x="2428" y="567491"/>
                  </a:lnTo>
                  <a:lnTo>
                    <a:pt x="5412" y="576375"/>
                  </a:lnTo>
                  <a:lnTo>
                    <a:pt x="36360" y="612000"/>
                  </a:lnTo>
                  <a:lnTo>
                    <a:pt x="73075" y="621715"/>
                  </a:lnTo>
                  <a:lnTo>
                    <a:pt x="5349240" y="621360"/>
                  </a:lnTo>
                  <a:lnTo>
                    <a:pt x="5393610" y="606256"/>
                  </a:lnTo>
                  <a:lnTo>
                    <a:pt x="5419826" y="567491"/>
                  </a:lnTo>
                  <a:lnTo>
                    <a:pt x="5419886" y="567312"/>
                  </a:lnTo>
                  <a:lnTo>
                    <a:pt x="5421668" y="558116"/>
                  </a:lnTo>
                  <a:lnTo>
                    <a:pt x="5421708" y="557911"/>
                  </a:lnTo>
                  <a:lnTo>
                    <a:pt x="5422292" y="548640"/>
                  </a:lnTo>
                  <a:lnTo>
                    <a:pt x="5422315" y="548271"/>
                  </a:lnTo>
                  <a:lnTo>
                    <a:pt x="5421960" y="73075"/>
                  </a:lnTo>
                  <a:lnTo>
                    <a:pt x="5406856" y="28698"/>
                  </a:lnTo>
                  <a:lnTo>
                    <a:pt x="5367912" y="2428"/>
                  </a:lnTo>
                  <a:lnTo>
                    <a:pt x="5358510" y="607"/>
                  </a:lnTo>
                  <a:lnTo>
                    <a:pt x="534887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284" y="3163684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5348871" y="0"/>
                  </a:lnTo>
                  <a:lnTo>
                    <a:pt x="5393404" y="15096"/>
                  </a:lnTo>
                  <a:lnTo>
                    <a:pt x="5419529" y="54219"/>
                  </a:lnTo>
                  <a:lnTo>
                    <a:pt x="5421960" y="73075"/>
                  </a:lnTo>
                  <a:lnTo>
                    <a:pt x="5422315" y="548271"/>
                  </a:lnTo>
                  <a:lnTo>
                    <a:pt x="5421708" y="557911"/>
                  </a:lnTo>
                  <a:lnTo>
                    <a:pt x="5419886" y="567312"/>
                  </a:lnTo>
                  <a:lnTo>
                    <a:pt x="5393610" y="606256"/>
                  </a:lnTo>
                  <a:lnTo>
                    <a:pt x="5349240" y="621360"/>
                  </a:lnTo>
                  <a:lnTo>
                    <a:pt x="73075" y="621715"/>
                  </a:lnTo>
                  <a:lnTo>
                    <a:pt x="28548" y="606611"/>
                  </a:lnTo>
                  <a:lnTo>
                    <a:pt x="2428" y="567491"/>
                  </a:lnTo>
                  <a:lnTo>
                    <a:pt x="0" y="54864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444" y="327312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31" y="0"/>
                  </a:moveTo>
                  <a:lnTo>
                    <a:pt x="149124" y="6884"/>
                  </a:lnTo>
                  <a:lnTo>
                    <a:pt x="100799" y="27000"/>
                  </a:lnTo>
                  <a:lnTo>
                    <a:pt x="59037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4"/>
                  </a:lnTo>
                  <a:lnTo>
                    <a:pt x="15339" y="278343"/>
                  </a:lnTo>
                  <a:lnTo>
                    <a:pt x="41669" y="323794"/>
                  </a:lnTo>
                  <a:lnTo>
                    <a:pt x="78837" y="360812"/>
                  </a:lnTo>
                  <a:lnTo>
                    <a:pt x="124287" y="387136"/>
                  </a:lnTo>
                  <a:lnTo>
                    <a:pt x="174907" y="400737"/>
                  </a:lnTo>
                  <a:lnTo>
                    <a:pt x="201231" y="402475"/>
                  </a:lnTo>
                  <a:lnTo>
                    <a:pt x="227563" y="400737"/>
                  </a:lnTo>
                  <a:lnTo>
                    <a:pt x="278335" y="387136"/>
                  </a:lnTo>
                  <a:lnTo>
                    <a:pt x="323783" y="360812"/>
                  </a:lnTo>
                  <a:lnTo>
                    <a:pt x="360810" y="323794"/>
                  </a:lnTo>
                  <a:lnTo>
                    <a:pt x="387136" y="278343"/>
                  </a:lnTo>
                  <a:lnTo>
                    <a:pt x="400737" y="227574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10" y="78842"/>
                  </a:lnTo>
                  <a:lnTo>
                    <a:pt x="323783" y="41671"/>
                  </a:lnTo>
                  <a:lnTo>
                    <a:pt x="278335" y="15339"/>
                  </a:lnTo>
                  <a:lnTo>
                    <a:pt x="227563" y="1738"/>
                  </a:lnTo>
                  <a:lnTo>
                    <a:pt x="201231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6183896" y="3157384"/>
            <a:ext cx="5434965" cy="634365"/>
            <a:chOff x="6183896" y="3157384"/>
            <a:chExt cx="5434965" cy="634365"/>
          </a:xfrm>
        </p:grpSpPr>
        <p:sp>
          <p:nvSpPr>
            <p:cNvPr id="33" name="object 33"/>
            <p:cNvSpPr/>
            <p:nvPr/>
          </p:nvSpPr>
          <p:spPr>
            <a:xfrm>
              <a:off x="6190196" y="3163684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8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548640"/>
                  </a:lnTo>
                  <a:lnTo>
                    <a:pt x="594" y="557911"/>
                  </a:lnTo>
                  <a:lnTo>
                    <a:pt x="607" y="558116"/>
                  </a:lnTo>
                  <a:lnTo>
                    <a:pt x="2395" y="567312"/>
                  </a:lnTo>
                  <a:lnTo>
                    <a:pt x="2430" y="567491"/>
                  </a:lnTo>
                  <a:lnTo>
                    <a:pt x="28555" y="606611"/>
                  </a:lnTo>
                  <a:lnTo>
                    <a:pt x="73088" y="621715"/>
                  </a:lnTo>
                  <a:lnTo>
                    <a:pt x="5349240" y="621360"/>
                  </a:lnTo>
                  <a:lnTo>
                    <a:pt x="5393617" y="606256"/>
                  </a:lnTo>
                  <a:lnTo>
                    <a:pt x="5416781" y="576530"/>
                  </a:lnTo>
                  <a:lnTo>
                    <a:pt x="5416858" y="576375"/>
                  </a:lnTo>
                  <a:lnTo>
                    <a:pt x="5422305" y="548640"/>
                  </a:lnTo>
                  <a:lnTo>
                    <a:pt x="5422328" y="548271"/>
                  </a:lnTo>
                  <a:lnTo>
                    <a:pt x="5421960" y="73075"/>
                  </a:lnTo>
                  <a:lnTo>
                    <a:pt x="5406868" y="28698"/>
                  </a:lnTo>
                  <a:lnTo>
                    <a:pt x="5367918" y="2428"/>
                  </a:lnTo>
                  <a:lnTo>
                    <a:pt x="5358518" y="607"/>
                  </a:lnTo>
                  <a:lnTo>
                    <a:pt x="5348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90196" y="3163684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5348884" y="0"/>
                  </a:lnTo>
                  <a:lnTo>
                    <a:pt x="5393411" y="15096"/>
                  </a:lnTo>
                  <a:lnTo>
                    <a:pt x="5419531" y="54219"/>
                  </a:lnTo>
                  <a:lnTo>
                    <a:pt x="5421960" y="73075"/>
                  </a:lnTo>
                  <a:lnTo>
                    <a:pt x="5422328" y="548271"/>
                  </a:lnTo>
                  <a:lnTo>
                    <a:pt x="5421721" y="557911"/>
                  </a:lnTo>
                  <a:lnTo>
                    <a:pt x="5419898" y="567312"/>
                  </a:lnTo>
                  <a:lnTo>
                    <a:pt x="5393617" y="606256"/>
                  </a:lnTo>
                  <a:lnTo>
                    <a:pt x="5349240" y="621360"/>
                  </a:lnTo>
                  <a:lnTo>
                    <a:pt x="73088" y="621715"/>
                  </a:lnTo>
                  <a:lnTo>
                    <a:pt x="28555" y="606611"/>
                  </a:lnTo>
                  <a:lnTo>
                    <a:pt x="2430" y="567491"/>
                  </a:lnTo>
                  <a:lnTo>
                    <a:pt x="0" y="54864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27356" y="327312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4"/>
                  </a:lnTo>
                  <a:lnTo>
                    <a:pt x="15339" y="278343"/>
                  </a:lnTo>
                  <a:lnTo>
                    <a:pt x="41671" y="323794"/>
                  </a:lnTo>
                  <a:lnTo>
                    <a:pt x="78842" y="360812"/>
                  </a:lnTo>
                  <a:lnTo>
                    <a:pt x="124289" y="387136"/>
                  </a:lnTo>
                  <a:lnTo>
                    <a:pt x="174918" y="400737"/>
                  </a:lnTo>
                  <a:lnTo>
                    <a:pt x="201244" y="402475"/>
                  </a:lnTo>
                  <a:lnTo>
                    <a:pt x="227575" y="400737"/>
                  </a:lnTo>
                  <a:lnTo>
                    <a:pt x="278348" y="387136"/>
                  </a:lnTo>
                  <a:lnTo>
                    <a:pt x="323796" y="360812"/>
                  </a:lnTo>
                  <a:lnTo>
                    <a:pt x="360822" y="323794"/>
                  </a:lnTo>
                  <a:lnTo>
                    <a:pt x="387148" y="278343"/>
                  </a:lnTo>
                  <a:lnTo>
                    <a:pt x="400750" y="227574"/>
                  </a:lnTo>
                  <a:lnTo>
                    <a:pt x="402488" y="201244"/>
                  </a:lnTo>
                  <a:lnTo>
                    <a:pt x="400750" y="174918"/>
                  </a:lnTo>
                  <a:lnTo>
                    <a:pt x="387148" y="124289"/>
                  </a:lnTo>
                  <a:lnTo>
                    <a:pt x="360822" y="78842"/>
                  </a:lnTo>
                  <a:lnTo>
                    <a:pt x="323796" y="41671"/>
                  </a:lnTo>
                  <a:lnTo>
                    <a:pt x="278348" y="15339"/>
                  </a:lnTo>
                  <a:lnTo>
                    <a:pt x="227575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41984" y="3870895"/>
            <a:ext cx="5434965" cy="634365"/>
            <a:chOff x="541984" y="3870895"/>
            <a:chExt cx="5434965" cy="634365"/>
          </a:xfrm>
        </p:grpSpPr>
        <p:sp>
          <p:nvSpPr>
            <p:cNvPr id="17" name="object 17"/>
            <p:cNvSpPr/>
            <p:nvPr/>
          </p:nvSpPr>
          <p:spPr>
            <a:xfrm>
              <a:off x="548284" y="3877195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7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48640"/>
                  </a:lnTo>
                  <a:lnTo>
                    <a:pt x="594" y="557918"/>
                  </a:lnTo>
                  <a:lnTo>
                    <a:pt x="607" y="558118"/>
                  </a:lnTo>
                  <a:lnTo>
                    <a:pt x="2394" y="567318"/>
                  </a:lnTo>
                  <a:lnTo>
                    <a:pt x="2428" y="567496"/>
                  </a:lnTo>
                  <a:lnTo>
                    <a:pt x="5412" y="576380"/>
                  </a:lnTo>
                  <a:lnTo>
                    <a:pt x="5464" y="576536"/>
                  </a:lnTo>
                  <a:lnTo>
                    <a:pt x="9715" y="585000"/>
                  </a:lnTo>
                  <a:lnTo>
                    <a:pt x="44979" y="616258"/>
                  </a:lnTo>
                  <a:lnTo>
                    <a:pt x="73075" y="621728"/>
                  </a:lnTo>
                  <a:lnTo>
                    <a:pt x="5349240" y="621360"/>
                  </a:lnTo>
                  <a:lnTo>
                    <a:pt x="5393610" y="606268"/>
                  </a:lnTo>
                  <a:lnTo>
                    <a:pt x="5419827" y="567496"/>
                  </a:lnTo>
                  <a:lnTo>
                    <a:pt x="5419886" y="567318"/>
                  </a:lnTo>
                  <a:lnTo>
                    <a:pt x="5421669" y="558118"/>
                  </a:lnTo>
                  <a:lnTo>
                    <a:pt x="5421708" y="557918"/>
                  </a:lnTo>
                  <a:lnTo>
                    <a:pt x="5422293" y="548640"/>
                  </a:lnTo>
                  <a:lnTo>
                    <a:pt x="5422315" y="548284"/>
                  </a:lnTo>
                  <a:lnTo>
                    <a:pt x="5421960" y="73088"/>
                  </a:lnTo>
                  <a:lnTo>
                    <a:pt x="5406856" y="28710"/>
                  </a:lnTo>
                  <a:lnTo>
                    <a:pt x="5367912" y="2430"/>
                  </a:lnTo>
                  <a:lnTo>
                    <a:pt x="5358510" y="607"/>
                  </a:lnTo>
                  <a:lnTo>
                    <a:pt x="534887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8284" y="3877195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5348871" y="0"/>
                  </a:lnTo>
                  <a:lnTo>
                    <a:pt x="5393404" y="15109"/>
                  </a:lnTo>
                  <a:lnTo>
                    <a:pt x="5419529" y="54232"/>
                  </a:lnTo>
                  <a:lnTo>
                    <a:pt x="5421960" y="73088"/>
                  </a:lnTo>
                  <a:lnTo>
                    <a:pt x="5422315" y="548284"/>
                  </a:lnTo>
                  <a:lnTo>
                    <a:pt x="5421708" y="557918"/>
                  </a:lnTo>
                  <a:lnTo>
                    <a:pt x="5419886" y="567318"/>
                  </a:lnTo>
                  <a:lnTo>
                    <a:pt x="5393610" y="606268"/>
                  </a:lnTo>
                  <a:lnTo>
                    <a:pt x="5349240" y="621360"/>
                  </a:lnTo>
                  <a:lnTo>
                    <a:pt x="73075" y="621728"/>
                  </a:lnTo>
                  <a:lnTo>
                    <a:pt x="28548" y="606618"/>
                  </a:lnTo>
                  <a:lnTo>
                    <a:pt x="2428" y="567496"/>
                  </a:lnTo>
                  <a:lnTo>
                    <a:pt x="0" y="548640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5444" y="3986276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31" y="0"/>
                  </a:moveTo>
                  <a:lnTo>
                    <a:pt x="149124" y="6884"/>
                  </a:lnTo>
                  <a:lnTo>
                    <a:pt x="100799" y="27000"/>
                  </a:lnTo>
                  <a:lnTo>
                    <a:pt x="59037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69" y="323796"/>
                  </a:lnTo>
                  <a:lnTo>
                    <a:pt x="78837" y="360822"/>
                  </a:lnTo>
                  <a:lnTo>
                    <a:pt x="124287" y="387148"/>
                  </a:lnTo>
                  <a:lnTo>
                    <a:pt x="174907" y="400750"/>
                  </a:lnTo>
                  <a:lnTo>
                    <a:pt x="201231" y="402488"/>
                  </a:lnTo>
                  <a:lnTo>
                    <a:pt x="227563" y="400750"/>
                  </a:lnTo>
                  <a:lnTo>
                    <a:pt x="278335" y="387148"/>
                  </a:lnTo>
                  <a:lnTo>
                    <a:pt x="323783" y="360822"/>
                  </a:lnTo>
                  <a:lnTo>
                    <a:pt x="360810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10" y="78842"/>
                  </a:lnTo>
                  <a:lnTo>
                    <a:pt x="323783" y="41671"/>
                  </a:lnTo>
                  <a:lnTo>
                    <a:pt x="278335" y="15339"/>
                  </a:lnTo>
                  <a:lnTo>
                    <a:pt x="227563" y="1738"/>
                  </a:lnTo>
                  <a:lnTo>
                    <a:pt x="201231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6183896" y="3870895"/>
            <a:ext cx="5434965" cy="634365"/>
            <a:chOff x="6183896" y="3870895"/>
            <a:chExt cx="5434965" cy="634365"/>
          </a:xfrm>
        </p:grpSpPr>
        <p:sp>
          <p:nvSpPr>
            <p:cNvPr id="37" name="object 37"/>
            <p:cNvSpPr/>
            <p:nvPr/>
          </p:nvSpPr>
          <p:spPr>
            <a:xfrm>
              <a:off x="6190196" y="3877195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8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48640"/>
                  </a:lnTo>
                  <a:lnTo>
                    <a:pt x="594" y="557918"/>
                  </a:lnTo>
                  <a:lnTo>
                    <a:pt x="607" y="558118"/>
                  </a:lnTo>
                  <a:lnTo>
                    <a:pt x="2395" y="567318"/>
                  </a:lnTo>
                  <a:lnTo>
                    <a:pt x="2430" y="567496"/>
                  </a:lnTo>
                  <a:lnTo>
                    <a:pt x="5418" y="576380"/>
                  </a:lnTo>
                  <a:lnTo>
                    <a:pt x="36360" y="612000"/>
                  </a:lnTo>
                  <a:lnTo>
                    <a:pt x="73088" y="621728"/>
                  </a:lnTo>
                  <a:lnTo>
                    <a:pt x="5349240" y="621360"/>
                  </a:lnTo>
                  <a:lnTo>
                    <a:pt x="5393617" y="606268"/>
                  </a:lnTo>
                  <a:lnTo>
                    <a:pt x="5419838" y="567496"/>
                  </a:lnTo>
                  <a:lnTo>
                    <a:pt x="5421682" y="558118"/>
                  </a:lnTo>
                  <a:lnTo>
                    <a:pt x="5421721" y="557918"/>
                  </a:lnTo>
                  <a:lnTo>
                    <a:pt x="5422306" y="548640"/>
                  </a:lnTo>
                  <a:lnTo>
                    <a:pt x="5422328" y="548284"/>
                  </a:lnTo>
                  <a:lnTo>
                    <a:pt x="5421960" y="73088"/>
                  </a:lnTo>
                  <a:lnTo>
                    <a:pt x="5406868" y="28710"/>
                  </a:lnTo>
                  <a:lnTo>
                    <a:pt x="5367918" y="2430"/>
                  </a:lnTo>
                  <a:lnTo>
                    <a:pt x="5358518" y="607"/>
                  </a:lnTo>
                  <a:lnTo>
                    <a:pt x="5348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90196" y="3877195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5348884" y="0"/>
                  </a:lnTo>
                  <a:lnTo>
                    <a:pt x="5393411" y="15109"/>
                  </a:lnTo>
                  <a:lnTo>
                    <a:pt x="5419531" y="54232"/>
                  </a:lnTo>
                  <a:lnTo>
                    <a:pt x="5421960" y="73088"/>
                  </a:lnTo>
                  <a:lnTo>
                    <a:pt x="5422328" y="548284"/>
                  </a:lnTo>
                  <a:lnTo>
                    <a:pt x="5421721" y="557918"/>
                  </a:lnTo>
                  <a:lnTo>
                    <a:pt x="5419898" y="567318"/>
                  </a:lnTo>
                  <a:lnTo>
                    <a:pt x="5393617" y="606268"/>
                  </a:lnTo>
                  <a:lnTo>
                    <a:pt x="5349240" y="621360"/>
                  </a:lnTo>
                  <a:lnTo>
                    <a:pt x="73088" y="621728"/>
                  </a:lnTo>
                  <a:lnTo>
                    <a:pt x="28555" y="606618"/>
                  </a:lnTo>
                  <a:lnTo>
                    <a:pt x="2430" y="567496"/>
                  </a:lnTo>
                  <a:lnTo>
                    <a:pt x="0" y="548640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7356" y="3986276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71" y="323796"/>
                  </a:lnTo>
                  <a:lnTo>
                    <a:pt x="78842" y="360822"/>
                  </a:lnTo>
                  <a:lnTo>
                    <a:pt x="124289" y="387148"/>
                  </a:lnTo>
                  <a:lnTo>
                    <a:pt x="174918" y="400750"/>
                  </a:lnTo>
                  <a:lnTo>
                    <a:pt x="201244" y="402488"/>
                  </a:lnTo>
                  <a:lnTo>
                    <a:pt x="227575" y="400750"/>
                  </a:lnTo>
                  <a:lnTo>
                    <a:pt x="278348" y="387148"/>
                  </a:lnTo>
                  <a:lnTo>
                    <a:pt x="323796" y="360822"/>
                  </a:lnTo>
                  <a:lnTo>
                    <a:pt x="360822" y="323796"/>
                  </a:lnTo>
                  <a:lnTo>
                    <a:pt x="387148" y="278348"/>
                  </a:lnTo>
                  <a:lnTo>
                    <a:pt x="400750" y="227575"/>
                  </a:lnTo>
                  <a:lnTo>
                    <a:pt x="402488" y="201244"/>
                  </a:lnTo>
                  <a:lnTo>
                    <a:pt x="400750" y="174918"/>
                  </a:lnTo>
                  <a:lnTo>
                    <a:pt x="387148" y="124289"/>
                  </a:lnTo>
                  <a:lnTo>
                    <a:pt x="360822" y="78842"/>
                  </a:lnTo>
                  <a:lnTo>
                    <a:pt x="323796" y="41671"/>
                  </a:lnTo>
                  <a:lnTo>
                    <a:pt x="278348" y="15339"/>
                  </a:lnTo>
                  <a:lnTo>
                    <a:pt x="227575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41984" y="4584064"/>
            <a:ext cx="5434965" cy="634365"/>
            <a:chOff x="541984" y="4584064"/>
            <a:chExt cx="5434965" cy="634365"/>
          </a:xfrm>
        </p:grpSpPr>
        <p:sp>
          <p:nvSpPr>
            <p:cNvPr id="21" name="object 21"/>
            <p:cNvSpPr/>
            <p:nvPr/>
          </p:nvSpPr>
          <p:spPr>
            <a:xfrm>
              <a:off x="548284" y="4590364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7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548639"/>
                  </a:lnTo>
                  <a:lnTo>
                    <a:pt x="594" y="557910"/>
                  </a:lnTo>
                  <a:lnTo>
                    <a:pt x="607" y="558116"/>
                  </a:lnTo>
                  <a:lnTo>
                    <a:pt x="2394" y="567312"/>
                  </a:lnTo>
                  <a:lnTo>
                    <a:pt x="2428" y="567491"/>
                  </a:lnTo>
                  <a:lnTo>
                    <a:pt x="5412" y="576375"/>
                  </a:lnTo>
                  <a:lnTo>
                    <a:pt x="5464" y="576530"/>
                  </a:lnTo>
                  <a:lnTo>
                    <a:pt x="9715" y="585000"/>
                  </a:lnTo>
                  <a:lnTo>
                    <a:pt x="44979" y="616250"/>
                  </a:lnTo>
                  <a:lnTo>
                    <a:pt x="73075" y="621715"/>
                  </a:lnTo>
                  <a:lnTo>
                    <a:pt x="5349240" y="621360"/>
                  </a:lnTo>
                  <a:lnTo>
                    <a:pt x="5393610" y="606256"/>
                  </a:lnTo>
                  <a:lnTo>
                    <a:pt x="5419826" y="567491"/>
                  </a:lnTo>
                  <a:lnTo>
                    <a:pt x="5419886" y="567312"/>
                  </a:lnTo>
                  <a:lnTo>
                    <a:pt x="5421668" y="558116"/>
                  </a:lnTo>
                  <a:lnTo>
                    <a:pt x="5421708" y="557910"/>
                  </a:lnTo>
                  <a:lnTo>
                    <a:pt x="5422292" y="548639"/>
                  </a:lnTo>
                  <a:lnTo>
                    <a:pt x="5422315" y="548271"/>
                  </a:lnTo>
                  <a:lnTo>
                    <a:pt x="5421960" y="73075"/>
                  </a:lnTo>
                  <a:lnTo>
                    <a:pt x="5406856" y="28698"/>
                  </a:lnTo>
                  <a:lnTo>
                    <a:pt x="5367912" y="2428"/>
                  </a:lnTo>
                  <a:lnTo>
                    <a:pt x="5358510" y="607"/>
                  </a:lnTo>
                  <a:lnTo>
                    <a:pt x="534887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8284" y="4590364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5348871" y="0"/>
                  </a:lnTo>
                  <a:lnTo>
                    <a:pt x="5393404" y="15096"/>
                  </a:lnTo>
                  <a:lnTo>
                    <a:pt x="5419529" y="54219"/>
                  </a:lnTo>
                  <a:lnTo>
                    <a:pt x="5421960" y="73075"/>
                  </a:lnTo>
                  <a:lnTo>
                    <a:pt x="5422315" y="548271"/>
                  </a:lnTo>
                  <a:lnTo>
                    <a:pt x="5421708" y="557910"/>
                  </a:lnTo>
                  <a:lnTo>
                    <a:pt x="5419886" y="567312"/>
                  </a:lnTo>
                  <a:lnTo>
                    <a:pt x="5393610" y="606256"/>
                  </a:lnTo>
                  <a:lnTo>
                    <a:pt x="5349240" y="621360"/>
                  </a:lnTo>
                  <a:lnTo>
                    <a:pt x="73075" y="621715"/>
                  </a:lnTo>
                  <a:lnTo>
                    <a:pt x="28548" y="606611"/>
                  </a:lnTo>
                  <a:lnTo>
                    <a:pt x="2428" y="567491"/>
                  </a:lnTo>
                  <a:lnTo>
                    <a:pt x="0" y="54863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5444" y="469980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31" y="0"/>
                  </a:moveTo>
                  <a:lnTo>
                    <a:pt x="149124" y="6884"/>
                  </a:lnTo>
                  <a:lnTo>
                    <a:pt x="100799" y="27000"/>
                  </a:lnTo>
                  <a:lnTo>
                    <a:pt x="59037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4"/>
                  </a:lnTo>
                  <a:lnTo>
                    <a:pt x="15339" y="278343"/>
                  </a:lnTo>
                  <a:lnTo>
                    <a:pt x="41669" y="323794"/>
                  </a:lnTo>
                  <a:lnTo>
                    <a:pt x="78837" y="360812"/>
                  </a:lnTo>
                  <a:lnTo>
                    <a:pt x="124287" y="387136"/>
                  </a:lnTo>
                  <a:lnTo>
                    <a:pt x="174907" y="400737"/>
                  </a:lnTo>
                  <a:lnTo>
                    <a:pt x="201231" y="402475"/>
                  </a:lnTo>
                  <a:lnTo>
                    <a:pt x="227563" y="400737"/>
                  </a:lnTo>
                  <a:lnTo>
                    <a:pt x="278335" y="387136"/>
                  </a:lnTo>
                  <a:lnTo>
                    <a:pt x="323783" y="360812"/>
                  </a:lnTo>
                  <a:lnTo>
                    <a:pt x="360810" y="323794"/>
                  </a:lnTo>
                  <a:lnTo>
                    <a:pt x="387136" y="278343"/>
                  </a:lnTo>
                  <a:lnTo>
                    <a:pt x="400737" y="227574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10" y="78842"/>
                  </a:lnTo>
                  <a:lnTo>
                    <a:pt x="323783" y="41671"/>
                  </a:lnTo>
                  <a:lnTo>
                    <a:pt x="278335" y="15339"/>
                  </a:lnTo>
                  <a:lnTo>
                    <a:pt x="227563" y="1738"/>
                  </a:lnTo>
                  <a:lnTo>
                    <a:pt x="201231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183896" y="4584064"/>
            <a:ext cx="5434965" cy="634365"/>
            <a:chOff x="6183896" y="4584064"/>
            <a:chExt cx="5434965" cy="634365"/>
          </a:xfrm>
        </p:grpSpPr>
        <p:sp>
          <p:nvSpPr>
            <p:cNvPr id="41" name="object 41"/>
            <p:cNvSpPr/>
            <p:nvPr/>
          </p:nvSpPr>
          <p:spPr>
            <a:xfrm>
              <a:off x="6190196" y="4590364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534888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548639"/>
                  </a:lnTo>
                  <a:lnTo>
                    <a:pt x="594" y="557910"/>
                  </a:lnTo>
                  <a:lnTo>
                    <a:pt x="607" y="558116"/>
                  </a:lnTo>
                  <a:lnTo>
                    <a:pt x="2395" y="567312"/>
                  </a:lnTo>
                  <a:lnTo>
                    <a:pt x="2430" y="567491"/>
                  </a:lnTo>
                  <a:lnTo>
                    <a:pt x="5417" y="576375"/>
                  </a:lnTo>
                  <a:lnTo>
                    <a:pt x="5470" y="576530"/>
                  </a:lnTo>
                  <a:lnTo>
                    <a:pt x="9728" y="585000"/>
                  </a:lnTo>
                  <a:lnTo>
                    <a:pt x="44984" y="616250"/>
                  </a:lnTo>
                  <a:lnTo>
                    <a:pt x="73088" y="621715"/>
                  </a:lnTo>
                  <a:lnTo>
                    <a:pt x="5349240" y="621360"/>
                  </a:lnTo>
                  <a:lnTo>
                    <a:pt x="5393617" y="606256"/>
                  </a:lnTo>
                  <a:lnTo>
                    <a:pt x="5416781" y="576530"/>
                  </a:lnTo>
                  <a:lnTo>
                    <a:pt x="5416858" y="576375"/>
                  </a:lnTo>
                  <a:lnTo>
                    <a:pt x="5422305" y="548639"/>
                  </a:lnTo>
                  <a:lnTo>
                    <a:pt x="5422328" y="548271"/>
                  </a:lnTo>
                  <a:lnTo>
                    <a:pt x="5421960" y="73075"/>
                  </a:lnTo>
                  <a:lnTo>
                    <a:pt x="5406868" y="28698"/>
                  </a:lnTo>
                  <a:lnTo>
                    <a:pt x="5367918" y="2428"/>
                  </a:lnTo>
                  <a:lnTo>
                    <a:pt x="5358518" y="607"/>
                  </a:lnTo>
                  <a:lnTo>
                    <a:pt x="5348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90196" y="4590364"/>
              <a:ext cx="5422900" cy="622300"/>
            </a:xfrm>
            <a:custGeom>
              <a:avLst/>
              <a:gdLst/>
              <a:ahLst/>
              <a:cxnLst/>
              <a:rect l="l" t="t" r="r" b="b"/>
              <a:pathLst>
                <a:path w="5422900" h="622300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5348884" y="0"/>
                  </a:lnTo>
                  <a:lnTo>
                    <a:pt x="5393411" y="15096"/>
                  </a:lnTo>
                  <a:lnTo>
                    <a:pt x="5419531" y="54219"/>
                  </a:lnTo>
                  <a:lnTo>
                    <a:pt x="5421960" y="73075"/>
                  </a:lnTo>
                  <a:lnTo>
                    <a:pt x="5422328" y="548271"/>
                  </a:lnTo>
                  <a:lnTo>
                    <a:pt x="5421721" y="557910"/>
                  </a:lnTo>
                  <a:lnTo>
                    <a:pt x="5419898" y="567312"/>
                  </a:lnTo>
                  <a:lnTo>
                    <a:pt x="5393617" y="606256"/>
                  </a:lnTo>
                  <a:lnTo>
                    <a:pt x="5349240" y="621360"/>
                  </a:lnTo>
                  <a:lnTo>
                    <a:pt x="73088" y="621715"/>
                  </a:lnTo>
                  <a:lnTo>
                    <a:pt x="28555" y="606611"/>
                  </a:lnTo>
                  <a:lnTo>
                    <a:pt x="2430" y="567491"/>
                  </a:lnTo>
                  <a:lnTo>
                    <a:pt x="0" y="54863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327356" y="469980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4"/>
                  </a:lnTo>
                  <a:lnTo>
                    <a:pt x="15339" y="278343"/>
                  </a:lnTo>
                  <a:lnTo>
                    <a:pt x="41671" y="323794"/>
                  </a:lnTo>
                  <a:lnTo>
                    <a:pt x="78842" y="360812"/>
                  </a:lnTo>
                  <a:lnTo>
                    <a:pt x="124289" y="387136"/>
                  </a:lnTo>
                  <a:lnTo>
                    <a:pt x="174918" y="400737"/>
                  </a:lnTo>
                  <a:lnTo>
                    <a:pt x="201244" y="402475"/>
                  </a:lnTo>
                  <a:lnTo>
                    <a:pt x="227575" y="400737"/>
                  </a:lnTo>
                  <a:lnTo>
                    <a:pt x="278348" y="387136"/>
                  </a:lnTo>
                  <a:lnTo>
                    <a:pt x="323796" y="360812"/>
                  </a:lnTo>
                  <a:lnTo>
                    <a:pt x="360822" y="323794"/>
                  </a:lnTo>
                  <a:lnTo>
                    <a:pt x="387148" y="278343"/>
                  </a:lnTo>
                  <a:lnTo>
                    <a:pt x="400750" y="227574"/>
                  </a:lnTo>
                  <a:lnTo>
                    <a:pt x="402488" y="201244"/>
                  </a:lnTo>
                  <a:lnTo>
                    <a:pt x="400750" y="174918"/>
                  </a:lnTo>
                  <a:lnTo>
                    <a:pt x="387148" y="124289"/>
                  </a:lnTo>
                  <a:lnTo>
                    <a:pt x="360822" y="78842"/>
                  </a:lnTo>
                  <a:lnTo>
                    <a:pt x="323796" y="41671"/>
                  </a:lnTo>
                  <a:lnTo>
                    <a:pt x="278348" y="15339"/>
                  </a:lnTo>
                  <a:lnTo>
                    <a:pt x="227575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581987" y="1737360"/>
          <a:ext cx="11073130" cy="3470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1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14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030"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545"/>
                        </a:spcBef>
                        <a:tabLst>
                          <a:tab pos="681355" algn="l"/>
                        </a:tabLst>
                      </a:pPr>
                      <a:r>
                        <a:rPr sz="1500" b="1" spc="-5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00" b="1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commands</a:t>
                      </a:r>
                      <a:r>
                        <a:rPr sz="15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5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500" b="1" spc="-5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Execute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commands</a:t>
                      </a:r>
                      <a:r>
                        <a:rPr sz="15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execvp()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1962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545"/>
                        </a:spcBef>
                        <a:tabLst>
                          <a:tab pos="685165" algn="l"/>
                        </a:tabLst>
                      </a:pPr>
                      <a:r>
                        <a:rPr sz="1500" b="1" spc="-5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500" b="1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Separate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commands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5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sz="1500" spc="-565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500" b="1" spc="-5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5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5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maximum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5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62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1545"/>
                        </a:spcBef>
                        <a:tabLst>
                          <a:tab pos="687705" algn="l"/>
                        </a:tabLst>
                      </a:pPr>
                      <a:r>
                        <a:rPr sz="1500" b="1" spc="-5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500" b="1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sz="15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child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processes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5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fork()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500" b="1" spc="-5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Handle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invalid</a:t>
                      </a:r>
                      <a:r>
                        <a:rPr sz="15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commands</a:t>
                      </a:r>
                      <a:r>
                        <a:rPr sz="15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5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system-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call</a:t>
                      </a:r>
                      <a:r>
                        <a:rPr sz="15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failures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62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1545"/>
                        </a:spcBef>
                        <a:tabLst>
                          <a:tab pos="676910" algn="l"/>
                        </a:tabLst>
                      </a:pPr>
                      <a:r>
                        <a:rPr sz="1500" b="1" spc="-5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500" b="1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Establish</a:t>
                      </a:r>
                      <a:r>
                        <a:rPr sz="15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communication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500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pipe()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500" b="1" spc="-5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Synchronize</a:t>
                      </a:r>
                      <a:r>
                        <a:rPr sz="15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processes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5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waitpid()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1962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1545"/>
                        </a:spcBef>
                        <a:tabLst>
                          <a:tab pos="677545" algn="l"/>
                        </a:tabLst>
                      </a:pPr>
                      <a:r>
                        <a:rPr sz="1500" b="1" spc="-5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500" b="1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Redirect</a:t>
                      </a:r>
                      <a:r>
                        <a:rPr sz="15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5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dup2()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500" b="1" spc="-25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5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sz="15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</a:t>
                      </a:r>
                      <a:r>
                        <a:rPr sz="15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962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5" name="object 45"/>
          <p:cNvGrpSpPr/>
          <p:nvPr/>
        </p:nvGrpSpPr>
        <p:grpSpPr>
          <a:xfrm>
            <a:off x="541984" y="5434379"/>
            <a:ext cx="11076940" cy="789940"/>
            <a:chOff x="541984" y="5434379"/>
            <a:chExt cx="11076940" cy="789940"/>
          </a:xfrm>
        </p:grpSpPr>
        <p:sp>
          <p:nvSpPr>
            <p:cNvPr id="46" name="object 46"/>
            <p:cNvSpPr/>
            <p:nvPr/>
          </p:nvSpPr>
          <p:spPr>
            <a:xfrm>
              <a:off x="548284" y="5440679"/>
              <a:ext cx="11064240" cy="777240"/>
            </a:xfrm>
            <a:custGeom>
              <a:avLst/>
              <a:gdLst/>
              <a:ahLst/>
              <a:cxnLst/>
              <a:rect l="l" t="t" r="r" b="b"/>
              <a:pathLst>
                <a:path w="11064240" h="777239">
                  <a:moveTo>
                    <a:pt x="109907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04164"/>
                  </a:lnTo>
                  <a:lnTo>
                    <a:pt x="594" y="713435"/>
                  </a:lnTo>
                  <a:lnTo>
                    <a:pt x="607" y="713640"/>
                  </a:lnTo>
                  <a:lnTo>
                    <a:pt x="2394" y="722836"/>
                  </a:lnTo>
                  <a:lnTo>
                    <a:pt x="2428" y="723015"/>
                  </a:lnTo>
                  <a:lnTo>
                    <a:pt x="5412" y="731899"/>
                  </a:lnTo>
                  <a:lnTo>
                    <a:pt x="36360" y="767524"/>
                  </a:lnTo>
                  <a:lnTo>
                    <a:pt x="73075" y="777240"/>
                  </a:lnTo>
                  <a:lnTo>
                    <a:pt x="10991151" y="776884"/>
                  </a:lnTo>
                  <a:lnTo>
                    <a:pt x="11035529" y="761780"/>
                  </a:lnTo>
                  <a:lnTo>
                    <a:pt x="11058692" y="732055"/>
                  </a:lnTo>
                  <a:lnTo>
                    <a:pt x="11058769" y="731899"/>
                  </a:lnTo>
                  <a:lnTo>
                    <a:pt x="11064216" y="704164"/>
                  </a:lnTo>
                  <a:lnTo>
                    <a:pt x="11064240" y="703795"/>
                  </a:lnTo>
                  <a:lnTo>
                    <a:pt x="11063871" y="73075"/>
                  </a:lnTo>
                  <a:lnTo>
                    <a:pt x="11048780" y="28705"/>
                  </a:lnTo>
                  <a:lnTo>
                    <a:pt x="11009830" y="2428"/>
                  </a:lnTo>
                  <a:lnTo>
                    <a:pt x="11000429" y="607"/>
                  </a:lnTo>
                  <a:lnTo>
                    <a:pt x="1099079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48284" y="5440679"/>
              <a:ext cx="11064240" cy="777240"/>
            </a:xfrm>
            <a:custGeom>
              <a:avLst/>
              <a:gdLst/>
              <a:ahLst/>
              <a:cxnLst/>
              <a:rect l="l" t="t" r="r" b="b"/>
              <a:pathLst>
                <a:path w="11064240" h="7772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0990795" y="0"/>
                  </a:lnTo>
                  <a:lnTo>
                    <a:pt x="11035323" y="15104"/>
                  </a:lnTo>
                  <a:lnTo>
                    <a:pt x="11061442" y="54224"/>
                  </a:lnTo>
                  <a:lnTo>
                    <a:pt x="11063871" y="73075"/>
                  </a:lnTo>
                  <a:lnTo>
                    <a:pt x="11064240" y="703795"/>
                  </a:lnTo>
                  <a:lnTo>
                    <a:pt x="11063632" y="713435"/>
                  </a:lnTo>
                  <a:lnTo>
                    <a:pt x="11061809" y="722836"/>
                  </a:lnTo>
                  <a:lnTo>
                    <a:pt x="11035529" y="761780"/>
                  </a:lnTo>
                  <a:lnTo>
                    <a:pt x="10991151" y="776884"/>
                  </a:lnTo>
                  <a:lnTo>
                    <a:pt x="73075" y="777240"/>
                  </a:lnTo>
                  <a:lnTo>
                    <a:pt x="28548" y="762135"/>
                  </a:lnTo>
                  <a:lnTo>
                    <a:pt x="2428" y="723015"/>
                  </a:lnTo>
                  <a:lnTo>
                    <a:pt x="0" y="70416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1520" y="555912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264960" y="0"/>
                  </a:moveTo>
                  <a:lnTo>
                    <a:pt x="196421" y="9178"/>
                  </a:lnTo>
                  <a:lnTo>
                    <a:pt x="132473" y="35636"/>
                  </a:lnTo>
                  <a:lnTo>
                    <a:pt x="77577" y="77895"/>
                  </a:lnTo>
                  <a:lnTo>
                    <a:pt x="35636" y="132842"/>
                  </a:lnTo>
                  <a:lnTo>
                    <a:pt x="9045" y="196788"/>
                  </a:lnTo>
                  <a:lnTo>
                    <a:pt x="0" y="265315"/>
                  </a:lnTo>
                  <a:lnTo>
                    <a:pt x="2278" y="299939"/>
                  </a:lnTo>
                  <a:lnTo>
                    <a:pt x="20198" y="366621"/>
                  </a:lnTo>
                  <a:lnTo>
                    <a:pt x="54817" y="426709"/>
                  </a:lnTo>
                  <a:lnTo>
                    <a:pt x="103576" y="475610"/>
                  </a:lnTo>
                  <a:lnTo>
                    <a:pt x="163654" y="510232"/>
                  </a:lnTo>
                  <a:lnTo>
                    <a:pt x="230335" y="528004"/>
                  </a:lnTo>
                  <a:lnTo>
                    <a:pt x="264960" y="530275"/>
                  </a:lnTo>
                  <a:lnTo>
                    <a:pt x="299789" y="528004"/>
                  </a:lnTo>
                  <a:lnTo>
                    <a:pt x="366615" y="510232"/>
                  </a:lnTo>
                  <a:lnTo>
                    <a:pt x="426704" y="475610"/>
                  </a:lnTo>
                  <a:lnTo>
                    <a:pt x="475460" y="426709"/>
                  </a:lnTo>
                  <a:lnTo>
                    <a:pt x="510082" y="366621"/>
                  </a:lnTo>
                  <a:lnTo>
                    <a:pt x="527999" y="299939"/>
                  </a:lnTo>
                  <a:lnTo>
                    <a:pt x="530275" y="265315"/>
                  </a:lnTo>
                  <a:lnTo>
                    <a:pt x="527999" y="230698"/>
                  </a:lnTo>
                  <a:lnTo>
                    <a:pt x="510082" y="164022"/>
                  </a:lnTo>
                  <a:lnTo>
                    <a:pt x="475460" y="103934"/>
                  </a:lnTo>
                  <a:lnTo>
                    <a:pt x="426704" y="55028"/>
                  </a:lnTo>
                  <a:lnTo>
                    <a:pt x="366615" y="20348"/>
                  </a:lnTo>
                  <a:lnTo>
                    <a:pt x="299789" y="2328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 descr="Bullsey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156" y="5675769"/>
              <a:ext cx="296633" cy="296633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449984" y="5587822"/>
            <a:ext cx="96221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49DD7F"/>
                </a:solidFill>
                <a:latin typeface="Calibri"/>
                <a:cs typeface="Calibri"/>
              </a:rPr>
              <a:t>Expected</a:t>
            </a:r>
            <a:r>
              <a:rPr sz="15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9DD7F"/>
                </a:solidFill>
                <a:latin typeface="Calibri"/>
                <a:cs typeface="Calibri"/>
              </a:rPr>
              <a:t>Outcome:</a:t>
            </a:r>
            <a:r>
              <a:rPr sz="1500" b="1" spc="30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command-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demonstrates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concurrent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inter-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process communication.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100" dirty="0">
                <a:solidFill>
                  <a:srgbClr val="21D2ED"/>
                </a:solidFill>
              </a:rPr>
              <a:t> </a:t>
            </a:r>
            <a:r>
              <a:rPr spc="-10" dirty="0"/>
              <a:t>Existing</a:t>
            </a:r>
            <a:r>
              <a:rPr spc="-80" dirty="0"/>
              <a:t> </a:t>
            </a:r>
            <a:r>
              <a:rPr dirty="0"/>
              <a:t>vs</a:t>
            </a:r>
            <a:r>
              <a:rPr spc="-100" dirty="0"/>
              <a:t> </a:t>
            </a:r>
            <a:r>
              <a:rPr dirty="0"/>
              <a:t>Proposed</a:t>
            </a:r>
            <a:r>
              <a:rPr spc="-95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90" y="1182369"/>
            <a:ext cx="5453380" cy="4173220"/>
            <a:chOff x="542290" y="1182369"/>
            <a:chExt cx="5453380" cy="4173220"/>
          </a:xfrm>
        </p:grpSpPr>
        <p:sp>
          <p:nvSpPr>
            <p:cNvPr id="4" name="object 4"/>
            <p:cNvSpPr/>
            <p:nvPr/>
          </p:nvSpPr>
          <p:spPr>
            <a:xfrm>
              <a:off x="548640" y="1188719"/>
              <a:ext cx="5440680" cy="4160520"/>
            </a:xfrm>
            <a:custGeom>
              <a:avLst/>
              <a:gdLst/>
              <a:ahLst/>
              <a:cxnLst/>
              <a:rect l="l" t="t" r="r" b="b"/>
              <a:pathLst>
                <a:path w="5440680" h="4160520">
                  <a:moveTo>
                    <a:pt x="536723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4087444"/>
                  </a:lnTo>
                  <a:lnTo>
                    <a:pt x="594" y="4096715"/>
                  </a:lnTo>
                  <a:lnTo>
                    <a:pt x="607" y="4096920"/>
                  </a:lnTo>
                  <a:lnTo>
                    <a:pt x="2394" y="4106116"/>
                  </a:lnTo>
                  <a:lnTo>
                    <a:pt x="2428" y="4106295"/>
                  </a:lnTo>
                  <a:lnTo>
                    <a:pt x="5412" y="4115179"/>
                  </a:lnTo>
                  <a:lnTo>
                    <a:pt x="36360" y="4150804"/>
                  </a:lnTo>
                  <a:lnTo>
                    <a:pt x="73075" y="4160519"/>
                  </a:lnTo>
                  <a:lnTo>
                    <a:pt x="5367604" y="4160164"/>
                  </a:lnTo>
                  <a:lnTo>
                    <a:pt x="5411974" y="4145060"/>
                  </a:lnTo>
                  <a:lnTo>
                    <a:pt x="5438191" y="4106295"/>
                  </a:lnTo>
                  <a:lnTo>
                    <a:pt x="5438251" y="4106116"/>
                  </a:lnTo>
                  <a:lnTo>
                    <a:pt x="5440032" y="4096920"/>
                  </a:lnTo>
                  <a:lnTo>
                    <a:pt x="5440072" y="4096715"/>
                  </a:lnTo>
                  <a:lnTo>
                    <a:pt x="5440656" y="4087444"/>
                  </a:lnTo>
                  <a:lnTo>
                    <a:pt x="5440680" y="4087075"/>
                  </a:lnTo>
                  <a:lnTo>
                    <a:pt x="5440324" y="73075"/>
                  </a:lnTo>
                  <a:lnTo>
                    <a:pt x="5425220" y="28705"/>
                  </a:lnTo>
                  <a:lnTo>
                    <a:pt x="5386276" y="2428"/>
                  </a:lnTo>
                  <a:lnTo>
                    <a:pt x="5376875" y="607"/>
                  </a:lnTo>
                  <a:lnTo>
                    <a:pt x="536723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40" y="1188719"/>
              <a:ext cx="5440680" cy="4160520"/>
            </a:xfrm>
            <a:custGeom>
              <a:avLst/>
              <a:gdLst/>
              <a:ahLst/>
              <a:cxnLst/>
              <a:rect l="l" t="t" r="r" b="b"/>
              <a:pathLst>
                <a:path w="5440680" h="41605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5367235" y="0"/>
                  </a:lnTo>
                  <a:lnTo>
                    <a:pt x="5411768" y="15104"/>
                  </a:lnTo>
                  <a:lnTo>
                    <a:pt x="5437893" y="54224"/>
                  </a:lnTo>
                  <a:lnTo>
                    <a:pt x="5440324" y="73075"/>
                  </a:lnTo>
                  <a:lnTo>
                    <a:pt x="5440680" y="4087075"/>
                  </a:lnTo>
                  <a:lnTo>
                    <a:pt x="5440072" y="4096715"/>
                  </a:lnTo>
                  <a:lnTo>
                    <a:pt x="5438251" y="4106116"/>
                  </a:lnTo>
                  <a:lnTo>
                    <a:pt x="5411974" y="4145060"/>
                  </a:lnTo>
                  <a:lnTo>
                    <a:pt x="5367604" y="4160164"/>
                  </a:lnTo>
                  <a:lnTo>
                    <a:pt x="73075" y="4160519"/>
                  </a:lnTo>
                  <a:lnTo>
                    <a:pt x="28555" y="4145415"/>
                  </a:lnTo>
                  <a:lnTo>
                    <a:pt x="2428" y="4106295"/>
                  </a:lnTo>
                  <a:lnTo>
                    <a:pt x="0" y="4087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6884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FolderOpen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684" y="1425955"/>
              <a:ext cx="255600" cy="2556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58544" y="1404264"/>
            <a:ext cx="2011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ABE23"/>
                </a:solidFill>
                <a:latin typeface="Calibri"/>
                <a:cs typeface="Calibri"/>
              </a:rPr>
              <a:t>EXISTING</a:t>
            </a:r>
            <a:r>
              <a:rPr sz="1800" b="1" spc="-60" dirty="0">
                <a:solidFill>
                  <a:srgbClr val="FABE2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ABE23"/>
                </a:solidFill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0940" y="1913940"/>
            <a:ext cx="4996180" cy="1247140"/>
            <a:chOff x="770940" y="1913940"/>
            <a:chExt cx="4996180" cy="1247140"/>
          </a:xfrm>
        </p:grpSpPr>
        <p:sp>
          <p:nvSpPr>
            <p:cNvPr id="10" name="object 10"/>
            <p:cNvSpPr/>
            <p:nvPr/>
          </p:nvSpPr>
          <p:spPr>
            <a:xfrm>
              <a:off x="777240" y="1920240"/>
              <a:ext cx="4983480" cy="1234440"/>
            </a:xfrm>
            <a:custGeom>
              <a:avLst/>
              <a:gdLst/>
              <a:ahLst/>
              <a:cxnLst/>
              <a:rect l="l" t="t" r="r" b="b"/>
              <a:pathLst>
                <a:path w="4983480" h="1234439">
                  <a:moveTo>
                    <a:pt x="491003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4" y="1180036"/>
                  </a:lnTo>
                  <a:lnTo>
                    <a:pt x="2428" y="1180215"/>
                  </a:lnTo>
                  <a:lnTo>
                    <a:pt x="5412" y="1189099"/>
                  </a:lnTo>
                  <a:lnTo>
                    <a:pt x="5464" y="1189255"/>
                  </a:lnTo>
                  <a:lnTo>
                    <a:pt x="9715" y="1197724"/>
                  </a:lnTo>
                  <a:lnTo>
                    <a:pt x="44984" y="1228975"/>
                  </a:lnTo>
                  <a:lnTo>
                    <a:pt x="73075" y="1234439"/>
                  </a:lnTo>
                  <a:lnTo>
                    <a:pt x="4910404" y="1234084"/>
                  </a:lnTo>
                  <a:lnTo>
                    <a:pt x="4954774" y="1218980"/>
                  </a:lnTo>
                  <a:lnTo>
                    <a:pt x="4980991" y="1180215"/>
                  </a:lnTo>
                  <a:lnTo>
                    <a:pt x="4981051" y="1180036"/>
                  </a:lnTo>
                  <a:lnTo>
                    <a:pt x="4982832" y="1170840"/>
                  </a:lnTo>
                  <a:lnTo>
                    <a:pt x="4982872" y="1170635"/>
                  </a:lnTo>
                  <a:lnTo>
                    <a:pt x="4983456" y="1161364"/>
                  </a:lnTo>
                  <a:lnTo>
                    <a:pt x="4983480" y="1160995"/>
                  </a:lnTo>
                  <a:lnTo>
                    <a:pt x="4983124" y="73075"/>
                  </a:lnTo>
                  <a:lnTo>
                    <a:pt x="4968020" y="28705"/>
                  </a:lnTo>
                  <a:lnTo>
                    <a:pt x="4929076" y="2428"/>
                  </a:lnTo>
                  <a:lnTo>
                    <a:pt x="4919675" y="607"/>
                  </a:lnTo>
                  <a:lnTo>
                    <a:pt x="491003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7240" y="1920240"/>
              <a:ext cx="4983480" cy="1234440"/>
            </a:xfrm>
            <a:custGeom>
              <a:avLst/>
              <a:gdLst/>
              <a:ahLst/>
              <a:cxnLst/>
              <a:rect l="l" t="t" r="r" b="b"/>
              <a:pathLst>
                <a:path w="4983480" h="12344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4910035" y="0"/>
                  </a:lnTo>
                  <a:lnTo>
                    <a:pt x="4954568" y="15104"/>
                  </a:lnTo>
                  <a:lnTo>
                    <a:pt x="4980693" y="54224"/>
                  </a:lnTo>
                  <a:lnTo>
                    <a:pt x="4983124" y="73075"/>
                  </a:lnTo>
                  <a:lnTo>
                    <a:pt x="4983480" y="1160995"/>
                  </a:lnTo>
                  <a:lnTo>
                    <a:pt x="4982872" y="1170635"/>
                  </a:lnTo>
                  <a:lnTo>
                    <a:pt x="4981051" y="1180036"/>
                  </a:lnTo>
                  <a:lnTo>
                    <a:pt x="4954774" y="1218980"/>
                  </a:lnTo>
                  <a:lnTo>
                    <a:pt x="4910404" y="1234084"/>
                  </a:lnTo>
                  <a:lnTo>
                    <a:pt x="73075" y="1234439"/>
                  </a:lnTo>
                  <a:lnTo>
                    <a:pt x="28555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9764" y="2048040"/>
              <a:ext cx="118795" cy="1187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0995" y="2048040"/>
              <a:ext cx="118808" cy="11879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2240" y="2048040"/>
              <a:ext cx="118795" cy="11879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78939" y="1998980"/>
            <a:ext cx="10623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EB2C7"/>
                </a:solidFill>
                <a:latin typeface="Calibri"/>
                <a:cs typeface="Calibri"/>
              </a:rPr>
              <a:t>separate</a:t>
            </a:r>
            <a:r>
              <a:rPr sz="1000" spc="-2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EB2C7"/>
                </a:solidFill>
                <a:latin typeface="Calibri"/>
                <a:cs typeface="Calibri"/>
              </a:rPr>
              <a:t>commands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7064" y="2280732"/>
            <a:ext cx="2949575" cy="68897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b="1" dirty="0">
                <a:solidFill>
                  <a:srgbClr val="49DD7F"/>
                </a:solidFill>
                <a:latin typeface="Courier New"/>
                <a:cs typeface="Courier New"/>
              </a:rPr>
              <a:t>$</a:t>
            </a:r>
            <a:r>
              <a:rPr sz="1200" b="1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&gt;</a:t>
            </a:r>
            <a:r>
              <a:rPr sz="1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files.txt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b="1" dirty="0">
                <a:solidFill>
                  <a:srgbClr val="49DD7F"/>
                </a:solidFill>
                <a:latin typeface="Courier New"/>
                <a:cs typeface="Courier New"/>
              </a:rPr>
              <a:t>$</a:t>
            </a:r>
            <a:r>
              <a:rPr sz="1200" b="1" spc="-4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grep</a:t>
            </a:r>
            <a:r>
              <a:rPr sz="12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.c</a:t>
            </a:r>
            <a:r>
              <a:rPr sz="12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files.txt</a:t>
            </a:r>
            <a:r>
              <a:rPr sz="12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&gt;</a:t>
            </a:r>
            <a:r>
              <a:rPr sz="12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result.txt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b="1" dirty="0">
                <a:solidFill>
                  <a:srgbClr val="49DD7F"/>
                </a:solidFill>
                <a:latin typeface="Courier New"/>
                <a:cs typeface="Courier New"/>
              </a:rPr>
              <a:t>$</a:t>
            </a:r>
            <a:r>
              <a:rPr sz="1200" b="1" spc="-1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wc</a:t>
            </a:r>
            <a:r>
              <a:rPr sz="1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1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&lt;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 result.txt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184" y="3324504"/>
            <a:ext cx="9569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ABE23"/>
                </a:solidFill>
                <a:latin typeface="Calibri"/>
                <a:cs typeface="Calibri"/>
              </a:rPr>
              <a:t>Limitations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540" y="3563467"/>
            <a:ext cx="93345" cy="11430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7617" y="3594061"/>
            <a:ext cx="3264535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9969">
              <a:lnSpc>
                <a:spcPct val="1222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Requires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intermediate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files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Involves</a:t>
            </a:r>
            <a:r>
              <a:rPr sz="1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extra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1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operations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manual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steps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Makes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chaining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less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convenient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93205" y="1182369"/>
            <a:ext cx="5453380" cy="4173220"/>
            <a:chOff x="6193205" y="1182369"/>
            <a:chExt cx="5453380" cy="4173220"/>
          </a:xfrm>
        </p:grpSpPr>
        <p:sp>
          <p:nvSpPr>
            <p:cNvPr id="21" name="object 21"/>
            <p:cNvSpPr/>
            <p:nvPr/>
          </p:nvSpPr>
          <p:spPr>
            <a:xfrm>
              <a:off x="6199555" y="1188719"/>
              <a:ext cx="5440680" cy="4160520"/>
            </a:xfrm>
            <a:custGeom>
              <a:avLst/>
              <a:gdLst/>
              <a:ahLst/>
              <a:cxnLst/>
              <a:rect l="l" t="t" r="r" b="b"/>
              <a:pathLst>
                <a:path w="5440680" h="4160520">
                  <a:moveTo>
                    <a:pt x="536724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4087444"/>
                  </a:lnTo>
                  <a:lnTo>
                    <a:pt x="594" y="4096715"/>
                  </a:lnTo>
                  <a:lnTo>
                    <a:pt x="607" y="4096920"/>
                  </a:lnTo>
                  <a:lnTo>
                    <a:pt x="2395" y="4106116"/>
                  </a:lnTo>
                  <a:lnTo>
                    <a:pt x="2430" y="4106295"/>
                  </a:lnTo>
                  <a:lnTo>
                    <a:pt x="28555" y="4145415"/>
                  </a:lnTo>
                  <a:lnTo>
                    <a:pt x="73088" y="4160519"/>
                  </a:lnTo>
                  <a:lnTo>
                    <a:pt x="5367604" y="4160164"/>
                  </a:lnTo>
                  <a:lnTo>
                    <a:pt x="5411981" y="4145060"/>
                  </a:lnTo>
                  <a:lnTo>
                    <a:pt x="5435138" y="4115335"/>
                  </a:lnTo>
                  <a:lnTo>
                    <a:pt x="5435215" y="4115179"/>
                  </a:lnTo>
                  <a:lnTo>
                    <a:pt x="5438191" y="4106295"/>
                  </a:lnTo>
                  <a:lnTo>
                    <a:pt x="5438251" y="4106116"/>
                  </a:lnTo>
                  <a:lnTo>
                    <a:pt x="5440032" y="4096920"/>
                  </a:lnTo>
                  <a:lnTo>
                    <a:pt x="5440072" y="4096715"/>
                  </a:lnTo>
                  <a:lnTo>
                    <a:pt x="5440656" y="4087444"/>
                  </a:lnTo>
                  <a:lnTo>
                    <a:pt x="5440680" y="4087075"/>
                  </a:lnTo>
                  <a:lnTo>
                    <a:pt x="5440324" y="73075"/>
                  </a:lnTo>
                  <a:lnTo>
                    <a:pt x="5425225" y="28705"/>
                  </a:lnTo>
                  <a:lnTo>
                    <a:pt x="5386277" y="2428"/>
                  </a:lnTo>
                  <a:lnTo>
                    <a:pt x="5376880" y="607"/>
                  </a:lnTo>
                  <a:lnTo>
                    <a:pt x="5367248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99555" y="1188719"/>
              <a:ext cx="5440680" cy="4160520"/>
            </a:xfrm>
            <a:custGeom>
              <a:avLst/>
              <a:gdLst/>
              <a:ahLst/>
              <a:cxnLst/>
              <a:rect l="l" t="t" r="r" b="b"/>
              <a:pathLst>
                <a:path w="5440680" h="416052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5367248" y="0"/>
                  </a:lnTo>
                  <a:lnTo>
                    <a:pt x="5411769" y="15104"/>
                  </a:lnTo>
                  <a:lnTo>
                    <a:pt x="5437895" y="54224"/>
                  </a:lnTo>
                  <a:lnTo>
                    <a:pt x="5440324" y="73075"/>
                  </a:lnTo>
                  <a:lnTo>
                    <a:pt x="5440680" y="4087075"/>
                  </a:lnTo>
                  <a:lnTo>
                    <a:pt x="5440072" y="4096715"/>
                  </a:lnTo>
                  <a:lnTo>
                    <a:pt x="5438251" y="4106116"/>
                  </a:lnTo>
                  <a:lnTo>
                    <a:pt x="5411981" y="4145060"/>
                  </a:lnTo>
                  <a:lnTo>
                    <a:pt x="5367604" y="4160164"/>
                  </a:lnTo>
                  <a:lnTo>
                    <a:pt x="73088" y="4160519"/>
                  </a:lnTo>
                  <a:lnTo>
                    <a:pt x="28555" y="4145415"/>
                  </a:lnTo>
                  <a:lnTo>
                    <a:pt x="2430" y="4106295"/>
                  </a:lnTo>
                  <a:lnTo>
                    <a:pt x="0" y="4087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27800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4" y="7739"/>
                  </a:lnTo>
                  <a:lnTo>
                    <a:pt x="114477" y="30594"/>
                  </a:lnTo>
                  <a:lnTo>
                    <a:pt x="67006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9" y="367871"/>
                  </a:lnTo>
                  <a:lnTo>
                    <a:pt x="89478" y="409900"/>
                  </a:lnTo>
                  <a:lnTo>
                    <a:pt x="141269" y="439883"/>
                  </a:lnTo>
                  <a:lnTo>
                    <a:pt x="198772" y="455253"/>
                  </a:lnTo>
                  <a:lnTo>
                    <a:pt x="228600" y="457200"/>
                  </a:lnTo>
                  <a:lnTo>
                    <a:pt x="258433" y="455253"/>
                  </a:lnTo>
                  <a:lnTo>
                    <a:pt x="316080" y="439883"/>
                  </a:lnTo>
                  <a:lnTo>
                    <a:pt x="367871" y="409900"/>
                  </a:lnTo>
                  <a:lnTo>
                    <a:pt x="409905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5" y="89473"/>
                  </a:lnTo>
                  <a:lnTo>
                    <a:pt x="367871" y="47297"/>
                  </a:lnTo>
                  <a:lnTo>
                    <a:pt x="316080" y="17311"/>
                  </a:lnTo>
                  <a:lnTo>
                    <a:pt x="258433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 descr="ProjectDiagram ic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28955" y="1425955"/>
              <a:ext cx="255600" cy="2556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009460" y="1404264"/>
            <a:ext cx="1868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9DD7F"/>
                </a:solidFill>
                <a:latin typeface="Calibri"/>
                <a:cs typeface="Calibri"/>
              </a:rPr>
              <a:t>PROPOSED</a:t>
            </a:r>
            <a:r>
              <a:rPr sz="1800" b="1" spc="-6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9DD7F"/>
                </a:solidFill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21856" y="1913584"/>
            <a:ext cx="4996180" cy="744220"/>
            <a:chOff x="6421856" y="1913584"/>
            <a:chExt cx="4996180" cy="744220"/>
          </a:xfrm>
        </p:grpSpPr>
        <p:sp>
          <p:nvSpPr>
            <p:cNvPr id="27" name="object 27"/>
            <p:cNvSpPr/>
            <p:nvPr/>
          </p:nvSpPr>
          <p:spPr>
            <a:xfrm>
              <a:off x="6428155" y="1919884"/>
              <a:ext cx="4983480" cy="731520"/>
            </a:xfrm>
            <a:custGeom>
              <a:avLst/>
              <a:gdLst/>
              <a:ahLst/>
              <a:cxnLst/>
              <a:rect l="l" t="t" r="r" b="b"/>
              <a:pathLst>
                <a:path w="4983480" h="731519">
                  <a:moveTo>
                    <a:pt x="491004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15103" y="702809"/>
                  </a:lnTo>
                  <a:lnTo>
                    <a:pt x="54048" y="729089"/>
                  </a:lnTo>
                  <a:lnTo>
                    <a:pt x="73088" y="731519"/>
                  </a:lnTo>
                  <a:lnTo>
                    <a:pt x="4910404" y="731151"/>
                  </a:lnTo>
                  <a:lnTo>
                    <a:pt x="4954781" y="716060"/>
                  </a:lnTo>
                  <a:lnTo>
                    <a:pt x="4977938" y="686327"/>
                  </a:lnTo>
                  <a:lnTo>
                    <a:pt x="4978015" y="686172"/>
                  </a:lnTo>
                  <a:lnTo>
                    <a:pt x="4980991" y="677287"/>
                  </a:lnTo>
                  <a:lnTo>
                    <a:pt x="4981051" y="677110"/>
                  </a:lnTo>
                  <a:lnTo>
                    <a:pt x="4982834" y="667909"/>
                  </a:lnTo>
                  <a:lnTo>
                    <a:pt x="4982872" y="667709"/>
                  </a:lnTo>
                  <a:lnTo>
                    <a:pt x="4983457" y="658431"/>
                  </a:lnTo>
                  <a:lnTo>
                    <a:pt x="4983480" y="658075"/>
                  </a:lnTo>
                  <a:lnTo>
                    <a:pt x="4983124" y="73075"/>
                  </a:lnTo>
                  <a:lnTo>
                    <a:pt x="4968025" y="28698"/>
                  </a:lnTo>
                  <a:lnTo>
                    <a:pt x="4929077" y="2428"/>
                  </a:lnTo>
                  <a:lnTo>
                    <a:pt x="4919680" y="607"/>
                  </a:lnTo>
                  <a:lnTo>
                    <a:pt x="4910048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28155" y="1919884"/>
              <a:ext cx="4983480" cy="731520"/>
            </a:xfrm>
            <a:custGeom>
              <a:avLst/>
              <a:gdLst/>
              <a:ahLst/>
              <a:cxnLst/>
              <a:rect l="l" t="t" r="r" b="b"/>
              <a:pathLst>
                <a:path w="4983480" h="73151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4910048" y="0"/>
                  </a:lnTo>
                  <a:lnTo>
                    <a:pt x="4954569" y="15096"/>
                  </a:lnTo>
                  <a:lnTo>
                    <a:pt x="4980695" y="54219"/>
                  </a:lnTo>
                  <a:lnTo>
                    <a:pt x="4983124" y="73075"/>
                  </a:lnTo>
                  <a:lnTo>
                    <a:pt x="4983480" y="658075"/>
                  </a:lnTo>
                  <a:lnTo>
                    <a:pt x="4982872" y="667709"/>
                  </a:lnTo>
                  <a:lnTo>
                    <a:pt x="4981051" y="677110"/>
                  </a:lnTo>
                  <a:lnTo>
                    <a:pt x="4954781" y="716060"/>
                  </a:lnTo>
                  <a:lnTo>
                    <a:pt x="4910404" y="731151"/>
                  </a:lnTo>
                  <a:lnTo>
                    <a:pt x="73088" y="731519"/>
                  </a:lnTo>
                  <a:lnTo>
                    <a:pt x="28555" y="716410"/>
                  </a:lnTo>
                  <a:lnTo>
                    <a:pt x="2430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0680" y="2048040"/>
              <a:ext cx="118795" cy="11879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13156" y="2048040"/>
              <a:ext cx="118808" cy="11879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11924" y="2048040"/>
              <a:ext cx="118795" cy="11879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329855" y="1998980"/>
            <a:ext cx="11099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EB2C7"/>
                </a:solidFill>
                <a:latin typeface="Calibri"/>
                <a:cs typeface="Calibri"/>
              </a:rPr>
              <a:t>our</a:t>
            </a:r>
            <a:r>
              <a:rPr sz="10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EB2C7"/>
                </a:solidFill>
                <a:latin typeface="Calibri"/>
                <a:cs typeface="Calibri"/>
              </a:rPr>
              <a:t>pipeline</a:t>
            </a:r>
            <a:r>
              <a:rPr sz="10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EB2C7"/>
                </a:solidFill>
                <a:latin typeface="Calibri"/>
                <a:cs typeface="Calibri"/>
              </a:rPr>
              <a:t>program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97980" y="2326576"/>
            <a:ext cx="23768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1D2ED"/>
                </a:solidFill>
                <a:latin typeface="Courier New"/>
                <a:cs typeface="Courier New"/>
              </a:rPr>
              <a:t>&gt;</a:t>
            </a:r>
            <a:r>
              <a:rPr sz="1400" b="1" spc="-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| grep</a:t>
            </a:r>
            <a:r>
              <a:rPr sz="1400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.c</a:t>
            </a: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| wc</a:t>
            </a:r>
            <a:r>
              <a:rPr sz="14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4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15100" y="2821584"/>
            <a:ext cx="999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49DD7F"/>
                </a:solidFill>
                <a:latin typeface="Calibri"/>
                <a:cs typeface="Calibri"/>
              </a:rPr>
              <a:t>Advantages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15455" y="3073145"/>
            <a:ext cx="93345" cy="16262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58546" y="3103740"/>
            <a:ext cx="3256279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Direct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processes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intermediate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required</a:t>
            </a:r>
            <a:r>
              <a:rPr sz="15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Concurrent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endParaRPr sz="1500">
              <a:latin typeface="Calibri"/>
              <a:cs typeface="Calibri"/>
            </a:endParaRPr>
          </a:p>
          <a:p>
            <a:pPr marL="12700" marR="1298575">
              <a:lnSpc>
                <a:spcPct val="116700"/>
              </a:lnSpc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input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Efficient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streaming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Basic</a:t>
            </a:r>
            <a:r>
              <a:rPr sz="15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41984" y="5525464"/>
            <a:ext cx="11104245" cy="744220"/>
            <a:chOff x="541984" y="5525464"/>
            <a:chExt cx="11104245" cy="744220"/>
          </a:xfrm>
        </p:grpSpPr>
        <p:sp>
          <p:nvSpPr>
            <p:cNvPr id="38" name="object 38"/>
            <p:cNvSpPr/>
            <p:nvPr/>
          </p:nvSpPr>
          <p:spPr>
            <a:xfrm>
              <a:off x="548284" y="5531764"/>
              <a:ext cx="11092180" cy="731520"/>
            </a:xfrm>
            <a:custGeom>
              <a:avLst/>
              <a:gdLst/>
              <a:ahLst/>
              <a:cxnLst/>
              <a:rect l="l" t="t" r="r" b="b"/>
              <a:pathLst>
                <a:path w="11092180" h="731520">
                  <a:moveTo>
                    <a:pt x="110181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94" y="667709"/>
                  </a:lnTo>
                  <a:lnTo>
                    <a:pt x="607" y="667909"/>
                  </a:lnTo>
                  <a:lnTo>
                    <a:pt x="2394" y="677110"/>
                  </a:lnTo>
                  <a:lnTo>
                    <a:pt x="2428" y="677287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9715" y="694791"/>
                  </a:lnTo>
                  <a:lnTo>
                    <a:pt x="44979" y="726049"/>
                  </a:lnTo>
                  <a:lnTo>
                    <a:pt x="73075" y="731519"/>
                  </a:lnTo>
                  <a:lnTo>
                    <a:pt x="11018520" y="731151"/>
                  </a:lnTo>
                  <a:lnTo>
                    <a:pt x="11062890" y="716060"/>
                  </a:lnTo>
                  <a:lnTo>
                    <a:pt x="11089107" y="677287"/>
                  </a:lnTo>
                  <a:lnTo>
                    <a:pt x="11091573" y="658431"/>
                  </a:lnTo>
                  <a:lnTo>
                    <a:pt x="11091595" y="658075"/>
                  </a:lnTo>
                  <a:lnTo>
                    <a:pt x="11091240" y="73075"/>
                  </a:lnTo>
                  <a:lnTo>
                    <a:pt x="11076136" y="28698"/>
                  </a:lnTo>
                  <a:lnTo>
                    <a:pt x="11037192" y="2428"/>
                  </a:lnTo>
                  <a:lnTo>
                    <a:pt x="11027791" y="607"/>
                  </a:lnTo>
                  <a:lnTo>
                    <a:pt x="1101815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8284" y="5531764"/>
              <a:ext cx="11092180" cy="731520"/>
            </a:xfrm>
            <a:custGeom>
              <a:avLst/>
              <a:gdLst/>
              <a:ahLst/>
              <a:cxnLst/>
              <a:rect l="l" t="t" r="r" b="b"/>
              <a:pathLst>
                <a:path w="11092180" h="731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1018151" y="0"/>
                  </a:lnTo>
                  <a:lnTo>
                    <a:pt x="11062684" y="15096"/>
                  </a:lnTo>
                  <a:lnTo>
                    <a:pt x="11088809" y="54219"/>
                  </a:lnTo>
                  <a:lnTo>
                    <a:pt x="11091240" y="73075"/>
                  </a:lnTo>
                  <a:lnTo>
                    <a:pt x="11091595" y="658075"/>
                  </a:lnTo>
                  <a:lnTo>
                    <a:pt x="11090988" y="667709"/>
                  </a:lnTo>
                  <a:lnTo>
                    <a:pt x="11089166" y="677110"/>
                  </a:lnTo>
                  <a:lnTo>
                    <a:pt x="11062890" y="716060"/>
                  </a:lnTo>
                  <a:lnTo>
                    <a:pt x="11018520" y="731151"/>
                  </a:lnTo>
                  <a:lnTo>
                    <a:pt x="73075" y="731519"/>
                  </a:lnTo>
                  <a:lnTo>
                    <a:pt x="28548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1164" y="5641556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5">
                  <a:moveTo>
                    <a:pt x="255955" y="0"/>
                  </a:moveTo>
                  <a:lnTo>
                    <a:pt x="189715" y="8732"/>
                  </a:lnTo>
                  <a:lnTo>
                    <a:pt x="127800" y="34201"/>
                  </a:lnTo>
                  <a:lnTo>
                    <a:pt x="74918" y="74974"/>
                  </a:lnTo>
                  <a:lnTo>
                    <a:pt x="34201" y="128168"/>
                  </a:lnTo>
                  <a:lnTo>
                    <a:pt x="8728" y="189768"/>
                  </a:lnTo>
                  <a:lnTo>
                    <a:pt x="0" y="255968"/>
                  </a:lnTo>
                  <a:lnTo>
                    <a:pt x="2204" y="289457"/>
                  </a:lnTo>
                  <a:lnTo>
                    <a:pt x="19438" y="353871"/>
                  </a:lnTo>
                  <a:lnTo>
                    <a:pt x="52926" y="411959"/>
                  </a:lnTo>
                  <a:lnTo>
                    <a:pt x="100107" y="458996"/>
                  </a:lnTo>
                  <a:lnTo>
                    <a:pt x="158197" y="492486"/>
                  </a:lnTo>
                  <a:lnTo>
                    <a:pt x="222471" y="509720"/>
                  </a:lnTo>
                  <a:lnTo>
                    <a:pt x="255955" y="511924"/>
                  </a:lnTo>
                  <a:lnTo>
                    <a:pt x="289446" y="509720"/>
                  </a:lnTo>
                  <a:lnTo>
                    <a:pt x="353864" y="492486"/>
                  </a:lnTo>
                  <a:lnTo>
                    <a:pt x="411954" y="458996"/>
                  </a:lnTo>
                  <a:lnTo>
                    <a:pt x="458990" y="411959"/>
                  </a:lnTo>
                  <a:lnTo>
                    <a:pt x="492473" y="353871"/>
                  </a:lnTo>
                  <a:lnTo>
                    <a:pt x="509707" y="289457"/>
                  </a:lnTo>
                  <a:lnTo>
                    <a:pt x="511911" y="255968"/>
                  </a:lnTo>
                  <a:lnTo>
                    <a:pt x="509707" y="222478"/>
                  </a:lnTo>
                  <a:lnTo>
                    <a:pt x="492473" y="158208"/>
                  </a:lnTo>
                  <a:lnTo>
                    <a:pt x="458990" y="100120"/>
                  </a:lnTo>
                  <a:lnTo>
                    <a:pt x="411954" y="52933"/>
                  </a:lnTo>
                  <a:lnTo>
                    <a:pt x="353864" y="19443"/>
                  </a:lnTo>
                  <a:lnTo>
                    <a:pt x="289446" y="2206"/>
                  </a:lnTo>
                  <a:lnTo>
                    <a:pt x="255955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 descr="InfoCircle ic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4194" y="5754243"/>
              <a:ext cx="286562" cy="286562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449984" y="5777903"/>
            <a:ext cx="97993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Important:</a:t>
            </a:r>
            <a:r>
              <a:rPr sz="1400" b="1" spc="23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shells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already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pipelines.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recreates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show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pipelines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internally.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110" dirty="0">
                <a:solidFill>
                  <a:srgbClr val="21D2ED"/>
                </a:solidFill>
              </a:rPr>
              <a:t> </a:t>
            </a:r>
            <a:r>
              <a:rPr spc="-10" dirty="0"/>
              <a:t>System</a:t>
            </a:r>
            <a:r>
              <a:rPr spc="-100" dirty="0"/>
              <a:t>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1934" y="1228089"/>
            <a:ext cx="2298700" cy="881380"/>
            <a:chOff x="541934" y="1228089"/>
            <a:chExt cx="2298700" cy="881380"/>
          </a:xfrm>
        </p:grpSpPr>
        <p:sp>
          <p:nvSpPr>
            <p:cNvPr id="4" name="object 4"/>
            <p:cNvSpPr/>
            <p:nvPr/>
          </p:nvSpPr>
          <p:spPr>
            <a:xfrm>
              <a:off x="548284" y="1234439"/>
              <a:ext cx="2286000" cy="868680"/>
            </a:xfrm>
            <a:custGeom>
              <a:avLst/>
              <a:gdLst/>
              <a:ahLst/>
              <a:cxnLst/>
              <a:rect l="l" t="t" r="r" b="b"/>
              <a:pathLst>
                <a:path w="2286000" h="868680">
                  <a:moveTo>
                    <a:pt x="22125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594" y="804875"/>
                  </a:lnTo>
                  <a:lnTo>
                    <a:pt x="607" y="805080"/>
                  </a:lnTo>
                  <a:lnTo>
                    <a:pt x="2394" y="814276"/>
                  </a:lnTo>
                  <a:lnTo>
                    <a:pt x="2428" y="814455"/>
                  </a:lnTo>
                  <a:lnTo>
                    <a:pt x="5412" y="823339"/>
                  </a:lnTo>
                  <a:lnTo>
                    <a:pt x="36360" y="858964"/>
                  </a:lnTo>
                  <a:lnTo>
                    <a:pt x="73075" y="868680"/>
                  </a:lnTo>
                  <a:lnTo>
                    <a:pt x="2212911" y="868324"/>
                  </a:lnTo>
                  <a:lnTo>
                    <a:pt x="2257289" y="853220"/>
                  </a:lnTo>
                  <a:lnTo>
                    <a:pt x="2280452" y="823495"/>
                  </a:lnTo>
                  <a:lnTo>
                    <a:pt x="2280529" y="823339"/>
                  </a:lnTo>
                  <a:lnTo>
                    <a:pt x="2283509" y="814455"/>
                  </a:lnTo>
                  <a:lnTo>
                    <a:pt x="2283569" y="814276"/>
                  </a:lnTo>
                  <a:lnTo>
                    <a:pt x="2285352" y="805080"/>
                  </a:lnTo>
                  <a:lnTo>
                    <a:pt x="2285392" y="804875"/>
                  </a:lnTo>
                  <a:lnTo>
                    <a:pt x="2285976" y="795604"/>
                  </a:lnTo>
                  <a:lnTo>
                    <a:pt x="2286000" y="795235"/>
                  </a:lnTo>
                  <a:lnTo>
                    <a:pt x="2285631" y="73075"/>
                  </a:lnTo>
                  <a:lnTo>
                    <a:pt x="2270540" y="28705"/>
                  </a:lnTo>
                  <a:lnTo>
                    <a:pt x="2231590" y="2428"/>
                  </a:lnTo>
                  <a:lnTo>
                    <a:pt x="2222189" y="607"/>
                  </a:lnTo>
                  <a:lnTo>
                    <a:pt x="221255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284" y="1234439"/>
              <a:ext cx="2286000" cy="868680"/>
            </a:xfrm>
            <a:custGeom>
              <a:avLst/>
              <a:gdLst/>
              <a:ahLst/>
              <a:cxnLst/>
              <a:rect l="l" t="t" r="r" b="b"/>
              <a:pathLst>
                <a:path w="2286000" h="8686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212555" y="0"/>
                  </a:lnTo>
                  <a:lnTo>
                    <a:pt x="2257083" y="15104"/>
                  </a:lnTo>
                  <a:lnTo>
                    <a:pt x="2283202" y="54224"/>
                  </a:lnTo>
                  <a:lnTo>
                    <a:pt x="2285631" y="73075"/>
                  </a:lnTo>
                  <a:lnTo>
                    <a:pt x="2286000" y="795235"/>
                  </a:lnTo>
                  <a:lnTo>
                    <a:pt x="2285392" y="804875"/>
                  </a:lnTo>
                  <a:lnTo>
                    <a:pt x="2283569" y="814276"/>
                  </a:lnTo>
                  <a:lnTo>
                    <a:pt x="2257289" y="853220"/>
                  </a:lnTo>
                  <a:lnTo>
                    <a:pt x="2212911" y="868324"/>
                  </a:lnTo>
                  <a:lnTo>
                    <a:pt x="73075" y="868680"/>
                  </a:lnTo>
                  <a:lnTo>
                    <a:pt x="28548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24178" y="1271428"/>
            <a:ext cx="1130935" cy="60706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85"/>
              </a:spcBef>
            </a:pPr>
            <a:r>
              <a:rPr sz="1400" b="1" spc="-20" dirty="0">
                <a:solidFill>
                  <a:srgbClr val="21D2ED"/>
                </a:solidFill>
                <a:latin typeface="Calibri"/>
                <a:cs typeface="Calibri"/>
              </a:rPr>
              <a:t>USER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36760" y="1228089"/>
            <a:ext cx="2930525" cy="881380"/>
            <a:chOff x="2836760" y="1228089"/>
            <a:chExt cx="2930525" cy="881380"/>
          </a:xfrm>
        </p:grpSpPr>
        <p:sp>
          <p:nvSpPr>
            <p:cNvPr id="8" name="object 8"/>
            <p:cNvSpPr/>
            <p:nvPr/>
          </p:nvSpPr>
          <p:spPr>
            <a:xfrm>
              <a:off x="2852635" y="1668602"/>
              <a:ext cx="515620" cy="635"/>
            </a:xfrm>
            <a:custGeom>
              <a:avLst/>
              <a:gdLst/>
              <a:ahLst/>
              <a:cxnLst/>
              <a:rect l="l" t="t" r="r" b="b"/>
              <a:pathLst>
                <a:path w="515620" h="635">
                  <a:moveTo>
                    <a:pt x="0" y="0"/>
                  </a:moveTo>
                  <a:lnTo>
                    <a:pt x="515162" y="355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61321" y="1621434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0" y="95046"/>
                  </a:lnTo>
                  <a:lnTo>
                    <a:pt x="95034" y="47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74364" y="1234439"/>
              <a:ext cx="2286000" cy="868680"/>
            </a:xfrm>
            <a:custGeom>
              <a:avLst/>
              <a:gdLst/>
              <a:ahLst/>
              <a:cxnLst/>
              <a:rect l="l" t="t" r="r" b="b"/>
              <a:pathLst>
                <a:path w="2286000" h="868680">
                  <a:moveTo>
                    <a:pt x="22125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15091" y="839974"/>
                  </a:lnTo>
                  <a:lnTo>
                    <a:pt x="54041" y="866251"/>
                  </a:lnTo>
                  <a:lnTo>
                    <a:pt x="73075" y="868680"/>
                  </a:lnTo>
                  <a:lnTo>
                    <a:pt x="2212911" y="868324"/>
                  </a:lnTo>
                  <a:lnTo>
                    <a:pt x="2257289" y="853220"/>
                  </a:lnTo>
                  <a:lnTo>
                    <a:pt x="2283509" y="814455"/>
                  </a:lnTo>
                  <a:lnTo>
                    <a:pt x="2286000" y="795235"/>
                  </a:lnTo>
                  <a:lnTo>
                    <a:pt x="2285631" y="73075"/>
                  </a:lnTo>
                  <a:lnTo>
                    <a:pt x="2270540" y="28705"/>
                  </a:lnTo>
                  <a:lnTo>
                    <a:pt x="2231590" y="2428"/>
                  </a:lnTo>
                  <a:lnTo>
                    <a:pt x="221255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4364" y="1234439"/>
              <a:ext cx="2286000" cy="868680"/>
            </a:xfrm>
            <a:custGeom>
              <a:avLst/>
              <a:gdLst/>
              <a:ahLst/>
              <a:cxnLst/>
              <a:rect l="l" t="t" r="r" b="b"/>
              <a:pathLst>
                <a:path w="2286000" h="8686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212555" y="0"/>
                  </a:lnTo>
                  <a:lnTo>
                    <a:pt x="2257083" y="15104"/>
                  </a:lnTo>
                  <a:lnTo>
                    <a:pt x="2283202" y="54224"/>
                  </a:lnTo>
                  <a:lnTo>
                    <a:pt x="2285631" y="73075"/>
                  </a:lnTo>
                  <a:lnTo>
                    <a:pt x="2286000" y="795235"/>
                  </a:lnTo>
                  <a:lnTo>
                    <a:pt x="2285392" y="804875"/>
                  </a:lnTo>
                  <a:lnTo>
                    <a:pt x="2283569" y="814276"/>
                  </a:lnTo>
                  <a:lnTo>
                    <a:pt x="2257289" y="853220"/>
                  </a:lnTo>
                  <a:lnTo>
                    <a:pt x="2212911" y="868324"/>
                  </a:lnTo>
                  <a:lnTo>
                    <a:pt x="73075" y="868680"/>
                  </a:lnTo>
                  <a:lnTo>
                    <a:pt x="28548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98455" y="1271428"/>
            <a:ext cx="2035810" cy="60706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COMMAND</a:t>
            </a:r>
            <a:r>
              <a:rPr sz="1400" b="1" spc="-2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21D2ED"/>
                </a:solidFill>
                <a:latin typeface="Calibri"/>
                <a:cs typeface="Calibri"/>
              </a:rPr>
              <a:t>INPUT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fgets()</a:t>
            </a:r>
            <a:r>
              <a:rPr sz="12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reads</a:t>
            </a:r>
            <a:r>
              <a:rPr sz="12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sz="12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ourier New"/>
                <a:cs typeface="Courier New"/>
              </a:rPr>
              <a:t>line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62840" y="1228089"/>
            <a:ext cx="2930525" cy="881380"/>
            <a:chOff x="5762840" y="1228089"/>
            <a:chExt cx="2930525" cy="881380"/>
          </a:xfrm>
        </p:grpSpPr>
        <p:sp>
          <p:nvSpPr>
            <p:cNvPr id="14" name="object 14"/>
            <p:cNvSpPr/>
            <p:nvPr/>
          </p:nvSpPr>
          <p:spPr>
            <a:xfrm>
              <a:off x="5778715" y="1668602"/>
              <a:ext cx="515620" cy="635"/>
            </a:xfrm>
            <a:custGeom>
              <a:avLst/>
              <a:gdLst/>
              <a:ahLst/>
              <a:cxnLst/>
              <a:rect l="l" t="t" r="r" b="b"/>
              <a:pathLst>
                <a:path w="515620" h="635">
                  <a:moveTo>
                    <a:pt x="0" y="0"/>
                  </a:moveTo>
                  <a:lnTo>
                    <a:pt x="515162" y="355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87401" y="1621434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0" y="95046"/>
                  </a:lnTo>
                  <a:lnTo>
                    <a:pt x="95034" y="47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444" y="1234439"/>
              <a:ext cx="2286000" cy="868680"/>
            </a:xfrm>
            <a:custGeom>
              <a:avLst/>
              <a:gdLst/>
              <a:ahLst/>
              <a:cxnLst/>
              <a:rect l="l" t="t" r="r" b="b"/>
              <a:pathLst>
                <a:path w="2286000" h="868680">
                  <a:moveTo>
                    <a:pt x="22125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15091" y="839974"/>
                  </a:lnTo>
                  <a:lnTo>
                    <a:pt x="54041" y="866251"/>
                  </a:lnTo>
                  <a:lnTo>
                    <a:pt x="73075" y="868680"/>
                  </a:lnTo>
                  <a:lnTo>
                    <a:pt x="2212911" y="868324"/>
                  </a:lnTo>
                  <a:lnTo>
                    <a:pt x="2257289" y="853220"/>
                  </a:lnTo>
                  <a:lnTo>
                    <a:pt x="2280452" y="823495"/>
                  </a:lnTo>
                  <a:lnTo>
                    <a:pt x="2280529" y="823339"/>
                  </a:lnTo>
                  <a:lnTo>
                    <a:pt x="2285976" y="795604"/>
                  </a:lnTo>
                  <a:lnTo>
                    <a:pt x="2286000" y="795235"/>
                  </a:lnTo>
                  <a:lnTo>
                    <a:pt x="2285631" y="73075"/>
                  </a:lnTo>
                  <a:lnTo>
                    <a:pt x="2270540" y="28705"/>
                  </a:lnTo>
                  <a:lnTo>
                    <a:pt x="2231590" y="2428"/>
                  </a:lnTo>
                  <a:lnTo>
                    <a:pt x="2222189" y="607"/>
                  </a:lnTo>
                  <a:lnTo>
                    <a:pt x="221255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444" y="1234439"/>
              <a:ext cx="2286000" cy="868680"/>
            </a:xfrm>
            <a:custGeom>
              <a:avLst/>
              <a:gdLst/>
              <a:ahLst/>
              <a:cxnLst/>
              <a:rect l="l" t="t" r="r" b="b"/>
              <a:pathLst>
                <a:path w="2286000" h="8686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212555" y="0"/>
                  </a:lnTo>
                  <a:lnTo>
                    <a:pt x="2257083" y="15104"/>
                  </a:lnTo>
                  <a:lnTo>
                    <a:pt x="2283202" y="54224"/>
                  </a:lnTo>
                  <a:lnTo>
                    <a:pt x="2285631" y="73075"/>
                  </a:lnTo>
                  <a:lnTo>
                    <a:pt x="2286000" y="795235"/>
                  </a:lnTo>
                  <a:lnTo>
                    <a:pt x="2285392" y="804875"/>
                  </a:lnTo>
                  <a:lnTo>
                    <a:pt x="2283569" y="814276"/>
                  </a:lnTo>
                  <a:lnTo>
                    <a:pt x="2257289" y="853220"/>
                  </a:lnTo>
                  <a:lnTo>
                    <a:pt x="2212911" y="868324"/>
                  </a:lnTo>
                  <a:lnTo>
                    <a:pt x="73075" y="868680"/>
                  </a:lnTo>
                  <a:lnTo>
                    <a:pt x="28548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77177" y="1271428"/>
            <a:ext cx="1730375" cy="60706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C</a:t>
            </a:r>
            <a:r>
              <a:rPr sz="1400" b="1" spc="-3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PROGRAM</a:t>
            </a:r>
            <a:r>
              <a:rPr sz="1400" b="1" spc="-1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1D2ED"/>
                </a:solidFill>
                <a:latin typeface="Calibri"/>
                <a:cs typeface="Calibri"/>
              </a:rPr>
              <a:t>·</a:t>
            </a:r>
            <a:r>
              <a:rPr sz="1400" b="1" spc="-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1D2ED"/>
                </a:solidFill>
                <a:latin typeface="Calibri"/>
                <a:cs typeface="Calibri"/>
              </a:rPr>
              <a:t>PARSING</a:t>
            </a:r>
            <a:endParaRPr sz="14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strtok_r()</a:t>
            </a:r>
            <a:r>
              <a:rPr sz="1200" spc="-1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splits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88920" y="1228089"/>
            <a:ext cx="2930525" cy="881380"/>
            <a:chOff x="8688920" y="1228089"/>
            <a:chExt cx="2930525" cy="881380"/>
          </a:xfrm>
        </p:grpSpPr>
        <p:sp>
          <p:nvSpPr>
            <p:cNvPr id="20" name="object 20"/>
            <p:cNvSpPr/>
            <p:nvPr/>
          </p:nvSpPr>
          <p:spPr>
            <a:xfrm>
              <a:off x="8704795" y="1668602"/>
              <a:ext cx="515620" cy="635"/>
            </a:xfrm>
            <a:custGeom>
              <a:avLst/>
              <a:gdLst/>
              <a:ahLst/>
              <a:cxnLst/>
              <a:rect l="l" t="t" r="r" b="b"/>
              <a:pathLst>
                <a:path w="515620" h="635">
                  <a:moveTo>
                    <a:pt x="0" y="0"/>
                  </a:moveTo>
                  <a:lnTo>
                    <a:pt x="515162" y="355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13482" y="1234439"/>
              <a:ext cx="2399665" cy="868680"/>
            </a:xfrm>
            <a:custGeom>
              <a:avLst/>
              <a:gdLst/>
              <a:ahLst/>
              <a:cxnLst/>
              <a:rect l="l" t="t" r="r" b="b"/>
              <a:pathLst>
                <a:path w="2399665" h="868680">
                  <a:moveTo>
                    <a:pt x="95034" y="434517"/>
                  </a:moveTo>
                  <a:lnTo>
                    <a:pt x="0" y="386994"/>
                  </a:lnTo>
                  <a:lnTo>
                    <a:pt x="0" y="482041"/>
                  </a:lnTo>
                  <a:lnTo>
                    <a:pt x="95034" y="434517"/>
                  </a:lnTo>
                  <a:close/>
                </a:path>
                <a:path w="2399665" h="868680">
                  <a:moveTo>
                    <a:pt x="2399042" y="795235"/>
                  </a:moveTo>
                  <a:lnTo>
                    <a:pt x="2398674" y="73075"/>
                  </a:lnTo>
                  <a:lnTo>
                    <a:pt x="2383574" y="28714"/>
                  </a:lnTo>
                  <a:lnTo>
                    <a:pt x="2344623" y="2438"/>
                  </a:lnTo>
                  <a:lnTo>
                    <a:pt x="2325598" y="0"/>
                  </a:lnTo>
                  <a:lnTo>
                    <a:pt x="186118" y="0"/>
                  </a:lnTo>
                  <a:lnTo>
                    <a:pt x="141732" y="15113"/>
                  </a:lnTo>
                  <a:lnTo>
                    <a:pt x="115468" y="54051"/>
                  </a:lnTo>
                  <a:lnTo>
                    <a:pt x="113042" y="73075"/>
                  </a:lnTo>
                  <a:lnTo>
                    <a:pt x="113042" y="795604"/>
                  </a:lnTo>
                  <a:lnTo>
                    <a:pt x="113626" y="804875"/>
                  </a:lnTo>
                  <a:lnTo>
                    <a:pt x="113639" y="805091"/>
                  </a:lnTo>
                  <a:lnTo>
                    <a:pt x="115430" y="814285"/>
                  </a:lnTo>
                  <a:lnTo>
                    <a:pt x="115468" y="814463"/>
                  </a:lnTo>
                  <a:lnTo>
                    <a:pt x="118452" y="823341"/>
                  </a:lnTo>
                  <a:lnTo>
                    <a:pt x="118503" y="823506"/>
                  </a:lnTo>
                  <a:lnTo>
                    <a:pt x="149402" y="858964"/>
                  </a:lnTo>
                  <a:lnTo>
                    <a:pt x="186118" y="868680"/>
                  </a:lnTo>
                  <a:lnTo>
                    <a:pt x="2325954" y="868324"/>
                  </a:lnTo>
                  <a:lnTo>
                    <a:pt x="2370328" y="853224"/>
                  </a:lnTo>
                  <a:lnTo>
                    <a:pt x="2396540" y="814463"/>
                  </a:lnTo>
                  <a:lnTo>
                    <a:pt x="2396604" y="814285"/>
                  </a:lnTo>
                  <a:lnTo>
                    <a:pt x="2398395" y="805091"/>
                  </a:lnTo>
                  <a:lnTo>
                    <a:pt x="2398433" y="804875"/>
                  </a:lnTo>
                  <a:lnTo>
                    <a:pt x="2399017" y="795604"/>
                  </a:lnTo>
                  <a:lnTo>
                    <a:pt x="2399042" y="795235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326524" y="1234439"/>
              <a:ext cx="2286000" cy="868680"/>
            </a:xfrm>
            <a:custGeom>
              <a:avLst/>
              <a:gdLst/>
              <a:ahLst/>
              <a:cxnLst/>
              <a:rect l="l" t="t" r="r" b="b"/>
              <a:pathLst>
                <a:path w="2286000" h="8686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212555" y="0"/>
                  </a:lnTo>
                  <a:lnTo>
                    <a:pt x="2257083" y="15104"/>
                  </a:lnTo>
                  <a:lnTo>
                    <a:pt x="2283202" y="54224"/>
                  </a:lnTo>
                  <a:lnTo>
                    <a:pt x="2285631" y="73075"/>
                  </a:lnTo>
                  <a:lnTo>
                    <a:pt x="2286000" y="795235"/>
                  </a:lnTo>
                  <a:lnTo>
                    <a:pt x="2285392" y="804875"/>
                  </a:lnTo>
                  <a:lnTo>
                    <a:pt x="2283569" y="814276"/>
                  </a:lnTo>
                  <a:lnTo>
                    <a:pt x="2257289" y="853220"/>
                  </a:lnTo>
                  <a:lnTo>
                    <a:pt x="2212911" y="868324"/>
                  </a:lnTo>
                  <a:lnTo>
                    <a:pt x="73075" y="868680"/>
                  </a:lnTo>
                  <a:lnTo>
                    <a:pt x="28548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770656" y="1271428"/>
            <a:ext cx="1396365" cy="60706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885"/>
              </a:spcBef>
            </a:pPr>
            <a:r>
              <a:rPr sz="1400" b="1" spc="-20" dirty="0">
                <a:solidFill>
                  <a:srgbClr val="050E1E"/>
                </a:solidFill>
                <a:latin typeface="Calibri"/>
                <a:cs typeface="Calibri"/>
              </a:rPr>
              <a:t>PARENT</a:t>
            </a:r>
            <a:r>
              <a:rPr sz="1400" b="1" spc="-25" dirty="0">
                <a:solidFill>
                  <a:srgbClr val="050E1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50E1E"/>
                </a:solidFill>
                <a:latin typeface="Calibri"/>
                <a:cs typeface="Calibri"/>
              </a:rPr>
              <a:t>PROCESS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solidFill>
                  <a:srgbClr val="050E1E"/>
                </a:solidFill>
                <a:latin typeface="Courier New"/>
                <a:cs typeface="Courier New"/>
              </a:rPr>
              <a:t>pipe()</a:t>
            </a:r>
            <a:r>
              <a:rPr sz="1200" spc="-45" dirty="0">
                <a:solidFill>
                  <a:srgbClr val="050E1E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50E1E"/>
                </a:solidFill>
                <a:latin typeface="Courier New"/>
                <a:cs typeface="Courier New"/>
              </a:rPr>
              <a:t>+</a:t>
            </a:r>
            <a:r>
              <a:rPr sz="1200" spc="-45" dirty="0">
                <a:solidFill>
                  <a:srgbClr val="050E1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50E1E"/>
                </a:solidFill>
                <a:latin typeface="Courier New"/>
                <a:cs typeface="Courier New"/>
              </a:rPr>
              <a:t>fork()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16254" y="2105240"/>
            <a:ext cx="9670415" cy="2199005"/>
            <a:chOff x="816254" y="2105240"/>
            <a:chExt cx="9670415" cy="2199005"/>
          </a:xfrm>
        </p:grpSpPr>
        <p:sp>
          <p:nvSpPr>
            <p:cNvPr id="25" name="object 25"/>
            <p:cNvSpPr/>
            <p:nvPr/>
          </p:nvSpPr>
          <p:spPr>
            <a:xfrm>
              <a:off x="1874520" y="2121115"/>
              <a:ext cx="8595995" cy="762635"/>
            </a:xfrm>
            <a:custGeom>
              <a:avLst/>
              <a:gdLst/>
              <a:ahLst/>
              <a:cxnLst/>
              <a:rect l="l" t="t" r="r" b="b"/>
              <a:pathLst>
                <a:path w="8595995" h="762635">
                  <a:moveTo>
                    <a:pt x="8595360" y="0"/>
                  </a:moveTo>
                  <a:lnTo>
                    <a:pt x="8595715" y="484924"/>
                  </a:lnTo>
                </a:path>
                <a:path w="8595995" h="762635">
                  <a:moveTo>
                    <a:pt x="0" y="484924"/>
                  </a:moveTo>
                  <a:lnTo>
                    <a:pt x="8595360" y="485279"/>
                  </a:lnTo>
                </a:path>
                <a:path w="8595995" h="762635">
                  <a:moveTo>
                    <a:pt x="0" y="484924"/>
                  </a:moveTo>
                  <a:lnTo>
                    <a:pt x="355" y="762126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27364" y="28767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034" y="0"/>
                  </a:moveTo>
                  <a:lnTo>
                    <a:pt x="0" y="0"/>
                  </a:lnTo>
                  <a:lnTo>
                    <a:pt x="47510" y="95034"/>
                  </a:lnTo>
                  <a:lnTo>
                    <a:pt x="9503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2604" y="2971800"/>
              <a:ext cx="2103120" cy="1325880"/>
            </a:xfrm>
            <a:custGeom>
              <a:avLst/>
              <a:gdLst/>
              <a:ahLst/>
              <a:cxnLst/>
              <a:rect l="l" t="t" r="r" b="b"/>
              <a:pathLst>
                <a:path w="2103120" h="1325879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2030031" y="1325524"/>
                  </a:lnTo>
                  <a:lnTo>
                    <a:pt x="2074409" y="1310420"/>
                  </a:lnTo>
                  <a:lnTo>
                    <a:pt x="2100629" y="1271655"/>
                  </a:lnTo>
                  <a:lnTo>
                    <a:pt x="2100689" y="1271476"/>
                  </a:lnTo>
                  <a:lnTo>
                    <a:pt x="2102472" y="1262280"/>
                  </a:lnTo>
                  <a:lnTo>
                    <a:pt x="2102512" y="1262075"/>
                  </a:lnTo>
                  <a:lnTo>
                    <a:pt x="2103096" y="1252804"/>
                  </a:lnTo>
                  <a:lnTo>
                    <a:pt x="2103120" y="1252435"/>
                  </a:lnTo>
                  <a:lnTo>
                    <a:pt x="2102751" y="73075"/>
                  </a:lnTo>
                  <a:lnTo>
                    <a:pt x="2087660" y="28705"/>
                  </a:lnTo>
                  <a:lnTo>
                    <a:pt x="2048710" y="2428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2604" y="2971800"/>
              <a:ext cx="2103120" cy="1325880"/>
            </a:xfrm>
            <a:custGeom>
              <a:avLst/>
              <a:gdLst/>
              <a:ahLst/>
              <a:cxnLst/>
              <a:rect l="l" t="t" r="r" b="b"/>
              <a:pathLst>
                <a:path w="2103120" h="13258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4"/>
                  </a:lnTo>
                  <a:lnTo>
                    <a:pt x="2100322" y="54224"/>
                  </a:lnTo>
                  <a:lnTo>
                    <a:pt x="2102751" y="73075"/>
                  </a:lnTo>
                  <a:lnTo>
                    <a:pt x="2103120" y="1252435"/>
                  </a:lnTo>
                  <a:lnTo>
                    <a:pt x="2102512" y="1262075"/>
                  </a:lnTo>
                  <a:lnTo>
                    <a:pt x="2100689" y="1271476"/>
                  </a:lnTo>
                  <a:lnTo>
                    <a:pt x="2074409" y="1310420"/>
                  </a:lnTo>
                  <a:lnTo>
                    <a:pt x="2030031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566616" y="2199856"/>
            <a:ext cx="595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1D2ED"/>
                </a:solidFill>
                <a:latin typeface="Calibri"/>
                <a:cs typeface="Calibri"/>
              </a:rPr>
              <a:t>fork()</a:t>
            </a:r>
            <a:r>
              <a:rPr sz="1200" b="1" spc="-3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1D2ED"/>
                </a:solidFill>
                <a:latin typeface="Calibri"/>
                <a:cs typeface="Calibri"/>
              </a:rPr>
              <a:t>×</a:t>
            </a:r>
            <a:r>
              <a:rPr sz="1200" b="1" spc="-4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21D2ED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30375" y="2964348"/>
            <a:ext cx="1285240" cy="111315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1100" b="1" spc="-10" dirty="0">
                <a:solidFill>
                  <a:srgbClr val="9EB2C7"/>
                </a:solidFill>
                <a:latin typeface="Calibri"/>
                <a:cs typeface="Calibri"/>
              </a:rPr>
              <a:t>C</a:t>
            </a:r>
            <a:r>
              <a:rPr sz="1100" b="1" spc="-6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H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I</a:t>
            </a:r>
            <a:r>
              <a:rPr sz="1100" b="1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L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D</a:t>
            </a:r>
            <a:r>
              <a:rPr sz="1100" b="1" spc="39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925"/>
              </a:spcBef>
            </a:pPr>
            <a:r>
              <a:rPr sz="1900" b="1" spc="-25" dirty="0">
                <a:solidFill>
                  <a:srgbClr val="21D2ED"/>
                </a:solidFill>
                <a:latin typeface="Courier New"/>
                <a:cs typeface="Courier New"/>
              </a:rPr>
              <a:t>ls</a:t>
            </a:r>
            <a:endParaRPr sz="1900">
              <a:latin typeface="Courier New"/>
              <a:cs typeface="Courier New"/>
            </a:endParaRPr>
          </a:p>
          <a:p>
            <a:pPr marL="12700" marR="5080" indent="-635" algn="ctr">
              <a:lnSpc>
                <a:spcPct val="115300"/>
              </a:lnSpc>
              <a:spcBef>
                <a:spcPts val="459"/>
              </a:spcBef>
            </a:pP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stdin:</a:t>
            </a:r>
            <a:r>
              <a:rPr sz="11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ourier New"/>
                <a:cs typeface="Courier New"/>
              </a:rPr>
              <a:t>terminal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stdout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PIPE</a:t>
            </a:r>
            <a:r>
              <a:rPr sz="11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25214" y="2590164"/>
            <a:ext cx="2115820" cy="1713864"/>
            <a:chOff x="3925214" y="2590164"/>
            <a:chExt cx="2115820" cy="1713864"/>
          </a:xfrm>
        </p:grpSpPr>
        <p:sp>
          <p:nvSpPr>
            <p:cNvPr id="32" name="object 32"/>
            <p:cNvSpPr/>
            <p:nvPr/>
          </p:nvSpPr>
          <p:spPr>
            <a:xfrm>
              <a:off x="4983479" y="2606039"/>
              <a:ext cx="635" cy="277495"/>
            </a:xfrm>
            <a:custGeom>
              <a:avLst/>
              <a:gdLst/>
              <a:ahLst/>
              <a:cxnLst/>
              <a:rect l="l" t="t" r="r" b="b"/>
              <a:pathLst>
                <a:path w="635" h="277494">
                  <a:moveTo>
                    <a:pt x="0" y="0"/>
                  </a:moveTo>
                  <a:lnTo>
                    <a:pt x="355" y="277202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36324" y="28767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034" y="0"/>
                  </a:moveTo>
                  <a:lnTo>
                    <a:pt x="0" y="0"/>
                  </a:lnTo>
                  <a:lnTo>
                    <a:pt x="47510" y="95034"/>
                  </a:lnTo>
                  <a:lnTo>
                    <a:pt x="9503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31564" y="2971799"/>
              <a:ext cx="2103120" cy="1325880"/>
            </a:xfrm>
            <a:custGeom>
              <a:avLst/>
              <a:gdLst/>
              <a:ahLst/>
              <a:cxnLst/>
              <a:rect l="l" t="t" r="r" b="b"/>
              <a:pathLst>
                <a:path w="2103120" h="1325879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412" y="1280539"/>
                  </a:lnTo>
                  <a:lnTo>
                    <a:pt x="5464" y="1280695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2030031" y="1325524"/>
                  </a:lnTo>
                  <a:lnTo>
                    <a:pt x="2074409" y="1310420"/>
                  </a:lnTo>
                  <a:lnTo>
                    <a:pt x="2100629" y="1271655"/>
                  </a:lnTo>
                  <a:lnTo>
                    <a:pt x="2103120" y="1252435"/>
                  </a:lnTo>
                  <a:lnTo>
                    <a:pt x="2102751" y="73075"/>
                  </a:lnTo>
                  <a:lnTo>
                    <a:pt x="2087660" y="28705"/>
                  </a:lnTo>
                  <a:lnTo>
                    <a:pt x="2048710" y="2428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31564" y="2971799"/>
              <a:ext cx="2103120" cy="1325880"/>
            </a:xfrm>
            <a:custGeom>
              <a:avLst/>
              <a:gdLst/>
              <a:ahLst/>
              <a:cxnLst/>
              <a:rect l="l" t="t" r="r" b="b"/>
              <a:pathLst>
                <a:path w="2103120" h="13258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4"/>
                  </a:lnTo>
                  <a:lnTo>
                    <a:pt x="2100322" y="54224"/>
                  </a:lnTo>
                  <a:lnTo>
                    <a:pt x="2102751" y="73075"/>
                  </a:lnTo>
                  <a:lnTo>
                    <a:pt x="2103120" y="1252435"/>
                  </a:lnTo>
                  <a:lnTo>
                    <a:pt x="2102512" y="1262075"/>
                  </a:lnTo>
                  <a:lnTo>
                    <a:pt x="2100689" y="1271476"/>
                  </a:lnTo>
                  <a:lnTo>
                    <a:pt x="2074409" y="1310420"/>
                  </a:lnTo>
                  <a:lnTo>
                    <a:pt x="2030031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339335" y="2964348"/>
            <a:ext cx="1285240" cy="111315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1100" b="1" spc="-10" dirty="0">
                <a:solidFill>
                  <a:srgbClr val="9EB2C7"/>
                </a:solidFill>
                <a:latin typeface="Calibri"/>
                <a:cs typeface="Calibri"/>
              </a:rPr>
              <a:t>C</a:t>
            </a:r>
            <a:r>
              <a:rPr sz="1100" b="1" spc="-6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H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I</a:t>
            </a:r>
            <a:r>
              <a:rPr sz="1100" b="1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L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D</a:t>
            </a:r>
            <a:r>
              <a:rPr sz="1100" b="1" spc="39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925"/>
              </a:spcBef>
            </a:pPr>
            <a:r>
              <a:rPr sz="1900" b="1" dirty="0">
                <a:solidFill>
                  <a:srgbClr val="21D2ED"/>
                </a:solidFill>
                <a:latin typeface="Courier New"/>
                <a:cs typeface="Courier New"/>
              </a:rPr>
              <a:t>grep</a:t>
            </a:r>
            <a:r>
              <a:rPr sz="1900" b="1" spc="-3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900" b="1" spc="-25" dirty="0">
                <a:solidFill>
                  <a:srgbClr val="21D2ED"/>
                </a:solidFill>
                <a:latin typeface="Courier New"/>
                <a:cs typeface="Courier New"/>
              </a:rPr>
              <a:t>.c</a:t>
            </a:r>
            <a:endParaRPr sz="1900">
              <a:latin typeface="Courier New"/>
              <a:cs typeface="Courier New"/>
            </a:endParaRPr>
          </a:p>
          <a:p>
            <a:pPr marL="12065" marR="5080" indent="635" algn="ctr">
              <a:lnSpc>
                <a:spcPct val="115300"/>
              </a:lnSpc>
              <a:spcBef>
                <a:spcPts val="459"/>
              </a:spcBef>
            </a:pP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stdin</a:t>
            </a:r>
            <a:r>
              <a:rPr sz="11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←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PIPE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Courier New"/>
                <a:cs typeface="Courier New"/>
              </a:rPr>
              <a:t>1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stdout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PIPE</a:t>
            </a:r>
            <a:r>
              <a:rPr sz="11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034174" y="2590164"/>
            <a:ext cx="2115820" cy="1713864"/>
            <a:chOff x="7034174" y="2590164"/>
            <a:chExt cx="2115820" cy="1713864"/>
          </a:xfrm>
        </p:grpSpPr>
        <p:sp>
          <p:nvSpPr>
            <p:cNvPr id="38" name="object 38"/>
            <p:cNvSpPr/>
            <p:nvPr/>
          </p:nvSpPr>
          <p:spPr>
            <a:xfrm>
              <a:off x="8092440" y="2606039"/>
              <a:ext cx="635" cy="277495"/>
            </a:xfrm>
            <a:custGeom>
              <a:avLst/>
              <a:gdLst/>
              <a:ahLst/>
              <a:cxnLst/>
              <a:rect l="l" t="t" r="r" b="b"/>
              <a:pathLst>
                <a:path w="634" h="277494">
                  <a:moveTo>
                    <a:pt x="0" y="0"/>
                  </a:moveTo>
                  <a:lnTo>
                    <a:pt x="355" y="277202"/>
                  </a:lnTo>
                </a:path>
              </a:pathLst>
            </a:custGeom>
            <a:ln w="31679">
              <a:solidFill>
                <a:srgbClr val="21D2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45284" y="28767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034" y="0"/>
                  </a:moveTo>
                  <a:lnTo>
                    <a:pt x="0" y="0"/>
                  </a:lnTo>
                  <a:lnTo>
                    <a:pt x="47510" y="95034"/>
                  </a:lnTo>
                  <a:lnTo>
                    <a:pt x="95034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40524" y="2971799"/>
              <a:ext cx="2103120" cy="1325880"/>
            </a:xfrm>
            <a:custGeom>
              <a:avLst/>
              <a:gdLst/>
              <a:ahLst/>
              <a:cxnLst/>
              <a:rect l="l" t="t" r="r" b="b"/>
              <a:pathLst>
                <a:path w="2103120" h="1325879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2030031" y="1325524"/>
                  </a:lnTo>
                  <a:lnTo>
                    <a:pt x="2074409" y="1310420"/>
                  </a:lnTo>
                  <a:lnTo>
                    <a:pt x="2097572" y="1280695"/>
                  </a:lnTo>
                  <a:lnTo>
                    <a:pt x="2097649" y="1280539"/>
                  </a:lnTo>
                  <a:lnTo>
                    <a:pt x="2103096" y="1252804"/>
                  </a:lnTo>
                  <a:lnTo>
                    <a:pt x="2103120" y="1252435"/>
                  </a:lnTo>
                  <a:lnTo>
                    <a:pt x="2102751" y="73075"/>
                  </a:lnTo>
                  <a:lnTo>
                    <a:pt x="2087660" y="28705"/>
                  </a:lnTo>
                  <a:lnTo>
                    <a:pt x="2048710" y="2428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40524" y="2971799"/>
              <a:ext cx="2103120" cy="1325880"/>
            </a:xfrm>
            <a:custGeom>
              <a:avLst/>
              <a:gdLst/>
              <a:ahLst/>
              <a:cxnLst/>
              <a:rect l="l" t="t" r="r" b="b"/>
              <a:pathLst>
                <a:path w="2103120" h="13258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4"/>
                  </a:lnTo>
                  <a:lnTo>
                    <a:pt x="2100322" y="54224"/>
                  </a:lnTo>
                  <a:lnTo>
                    <a:pt x="2102751" y="73075"/>
                  </a:lnTo>
                  <a:lnTo>
                    <a:pt x="2103120" y="1252435"/>
                  </a:lnTo>
                  <a:lnTo>
                    <a:pt x="2102512" y="1262075"/>
                  </a:lnTo>
                  <a:lnTo>
                    <a:pt x="2100689" y="1271476"/>
                  </a:lnTo>
                  <a:lnTo>
                    <a:pt x="2074409" y="1310420"/>
                  </a:lnTo>
                  <a:lnTo>
                    <a:pt x="2030031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364424" y="2964348"/>
            <a:ext cx="1454150" cy="111315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1100" b="1" spc="-10" dirty="0">
                <a:solidFill>
                  <a:srgbClr val="9EB2C7"/>
                </a:solidFill>
                <a:latin typeface="Calibri"/>
                <a:cs typeface="Calibri"/>
              </a:rPr>
              <a:t>C</a:t>
            </a:r>
            <a:r>
              <a:rPr sz="1100" b="1" spc="-6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H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I</a:t>
            </a:r>
            <a:r>
              <a:rPr sz="1100" b="1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L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D</a:t>
            </a:r>
            <a:r>
              <a:rPr sz="1100" b="1" spc="39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925"/>
              </a:spcBef>
            </a:pPr>
            <a:r>
              <a:rPr sz="1900" b="1" dirty="0">
                <a:solidFill>
                  <a:srgbClr val="21D2ED"/>
                </a:solidFill>
                <a:latin typeface="Courier New"/>
                <a:cs typeface="Courier New"/>
              </a:rPr>
              <a:t>wc</a:t>
            </a:r>
            <a:r>
              <a:rPr sz="1900" b="1" spc="-1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900" b="1" spc="-10" dirty="0">
                <a:solidFill>
                  <a:srgbClr val="21D2ED"/>
                </a:solidFill>
                <a:latin typeface="Courier New"/>
                <a:cs typeface="Courier New"/>
              </a:rPr>
              <a:t>-</a:t>
            </a:r>
            <a:r>
              <a:rPr sz="1900" b="1" spc="-50" dirty="0">
                <a:solidFill>
                  <a:srgbClr val="21D2ED"/>
                </a:solidFill>
                <a:latin typeface="Courier New"/>
                <a:cs typeface="Courier New"/>
              </a:rPr>
              <a:t>l</a:t>
            </a:r>
            <a:endParaRPr sz="1900">
              <a:latin typeface="Courier New"/>
              <a:cs typeface="Courier New"/>
            </a:endParaRPr>
          </a:p>
          <a:p>
            <a:pPr marL="12700" marR="5080" indent="-635" algn="ctr">
              <a:lnSpc>
                <a:spcPct val="115300"/>
              </a:lnSpc>
              <a:spcBef>
                <a:spcPts val="459"/>
              </a:spcBef>
            </a:pP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stdin</a:t>
            </a:r>
            <a:r>
              <a:rPr sz="11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←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PIPE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Courier New"/>
                <a:cs typeface="Courier New"/>
              </a:rPr>
              <a:t>2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stdout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sz="11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ourier New"/>
                <a:cs typeface="Courier New"/>
              </a:rPr>
              <a:t>terminal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934356" y="2959020"/>
            <a:ext cx="8718550" cy="1351915"/>
            <a:chOff x="2934356" y="2959020"/>
            <a:chExt cx="8718550" cy="1351915"/>
          </a:xfrm>
        </p:grpSpPr>
        <p:sp>
          <p:nvSpPr>
            <p:cNvPr id="44" name="object 44"/>
            <p:cNvSpPr/>
            <p:nvPr/>
          </p:nvSpPr>
          <p:spPr>
            <a:xfrm>
              <a:off x="2953435" y="3611879"/>
              <a:ext cx="843915" cy="635"/>
            </a:xfrm>
            <a:custGeom>
              <a:avLst/>
              <a:gdLst/>
              <a:ahLst/>
              <a:cxnLst/>
              <a:rect l="l" t="t" r="r" b="b"/>
              <a:pathLst>
                <a:path w="843914" h="635">
                  <a:moveTo>
                    <a:pt x="0" y="0"/>
                  </a:moveTo>
                  <a:lnTo>
                    <a:pt x="843838" y="355"/>
                  </a:lnTo>
                </a:path>
              </a:pathLst>
            </a:custGeom>
            <a:ln w="38159">
              <a:solidFill>
                <a:srgbClr val="49DD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89718" y="3554996"/>
              <a:ext cx="114935" cy="114935"/>
            </a:xfrm>
            <a:custGeom>
              <a:avLst/>
              <a:gdLst/>
              <a:ahLst/>
              <a:cxnLst/>
              <a:rect l="l" t="t" r="r" b="b"/>
              <a:pathLst>
                <a:path w="114935" h="114935">
                  <a:moveTo>
                    <a:pt x="0" y="0"/>
                  </a:moveTo>
                  <a:lnTo>
                    <a:pt x="0" y="114477"/>
                  </a:lnTo>
                  <a:lnTo>
                    <a:pt x="114477" y="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062395" y="3611879"/>
              <a:ext cx="843915" cy="635"/>
            </a:xfrm>
            <a:custGeom>
              <a:avLst/>
              <a:gdLst/>
              <a:ahLst/>
              <a:cxnLst/>
              <a:rect l="l" t="t" r="r" b="b"/>
              <a:pathLst>
                <a:path w="843915" h="635">
                  <a:moveTo>
                    <a:pt x="0" y="0"/>
                  </a:moveTo>
                  <a:lnTo>
                    <a:pt x="843838" y="355"/>
                  </a:lnTo>
                </a:path>
              </a:pathLst>
            </a:custGeom>
            <a:ln w="38159">
              <a:solidFill>
                <a:srgbClr val="49DD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98678" y="3554996"/>
              <a:ext cx="114935" cy="114935"/>
            </a:xfrm>
            <a:custGeom>
              <a:avLst/>
              <a:gdLst/>
              <a:ahLst/>
              <a:cxnLst/>
              <a:rect l="l" t="t" r="r" b="b"/>
              <a:pathLst>
                <a:path w="114934" h="114935">
                  <a:moveTo>
                    <a:pt x="0" y="0"/>
                  </a:moveTo>
                  <a:lnTo>
                    <a:pt x="0" y="114477"/>
                  </a:lnTo>
                  <a:lnTo>
                    <a:pt x="114477" y="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171355" y="3611879"/>
              <a:ext cx="734695" cy="635"/>
            </a:xfrm>
            <a:custGeom>
              <a:avLst/>
              <a:gdLst/>
              <a:ahLst/>
              <a:cxnLst/>
              <a:rect l="l" t="t" r="r" b="b"/>
              <a:pathLst>
                <a:path w="734695" h="635">
                  <a:moveTo>
                    <a:pt x="0" y="0"/>
                  </a:moveTo>
                  <a:lnTo>
                    <a:pt x="734402" y="355"/>
                  </a:lnTo>
                </a:path>
              </a:pathLst>
            </a:custGeom>
            <a:ln w="38159">
              <a:solidFill>
                <a:srgbClr val="49DD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898202" y="3554996"/>
              <a:ext cx="114935" cy="114935"/>
            </a:xfrm>
            <a:custGeom>
              <a:avLst/>
              <a:gdLst/>
              <a:ahLst/>
              <a:cxnLst/>
              <a:rect l="l" t="t" r="r" b="b"/>
              <a:pathLst>
                <a:path w="114934" h="114935">
                  <a:moveTo>
                    <a:pt x="0" y="0"/>
                  </a:moveTo>
                  <a:lnTo>
                    <a:pt x="0" y="114477"/>
                  </a:lnTo>
                  <a:lnTo>
                    <a:pt x="114477" y="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058044" y="2971799"/>
              <a:ext cx="1582420" cy="1325880"/>
            </a:xfrm>
            <a:custGeom>
              <a:avLst/>
              <a:gdLst/>
              <a:ahLst/>
              <a:cxnLst/>
              <a:rect l="l" t="t" r="r" b="b"/>
              <a:pathLst>
                <a:path w="1582420" h="1325879">
                  <a:moveTo>
                    <a:pt x="150839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1508760" y="1325524"/>
                  </a:lnTo>
                  <a:lnTo>
                    <a:pt x="1553130" y="1310420"/>
                  </a:lnTo>
                  <a:lnTo>
                    <a:pt x="1579346" y="1271655"/>
                  </a:lnTo>
                  <a:lnTo>
                    <a:pt x="1579406" y="1271476"/>
                  </a:lnTo>
                  <a:lnTo>
                    <a:pt x="1581188" y="1262280"/>
                  </a:lnTo>
                  <a:lnTo>
                    <a:pt x="1581228" y="1262075"/>
                  </a:lnTo>
                  <a:lnTo>
                    <a:pt x="1581812" y="1252804"/>
                  </a:lnTo>
                  <a:lnTo>
                    <a:pt x="1581835" y="1252435"/>
                  </a:lnTo>
                  <a:lnTo>
                    <a:pt x="1581480" y="73075"/>
                  </a:lnTo>
                  <a:lnTo>
                    <a:pt x="1566376" y="28705"/>
                  </a:lnTo>
                  <a:lnTo>
                    <a:pt x="1527432" y="2428"/>
                  </a:lnTo>
                  <a:lnTo>
                    <a:pt x="1518031" y="607"/>
                  </a:lnTo>
                  <a:lnTo>
                    <a:pt x="1508391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058044" y="2971799"/>
              <a:ext cx="1582420" cy="1325880"/>
            </a:xfrm>
            <a:custGeom>
              <a:avLst/>
              <a:gdLst/>
              <a:ahLst/>
              <a:cxnLst/>
              <a:rect l="l" t="t" r="r" b="b"/>
              <a:pathLst>
                <a:path w="1582420" h="13258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508391" y="0"/>
                  </a:lnTo>
                  <a:lnTo>
                    <a:pt x="1552924" y="15104"/>
                  </a:lnTo>
                  <a:lnTo>
                    <a:pt x="1579049" y="54224"/>
                  </a:lnTo>
                  <a:lnTo>
                    <a:pt x="1581480" y="73075"/>
                  </a:lnTo>
                  <a:lnTo>
                    <a:pt x="1581835" y="1252435"/>
                  </a:lnTo>
                  <a:lnTo>
                    <a:pt x="1581228" y="1262075"/>
                  </a:lnTo>
                  <a:lnTo>
                    <a:pt x="1579406" y="1271476"/>
                  </a:lnTo>
                  <a:lnTo>
                    <a:pt x="1553130" y="1310420"/>
                  </a:lnTo>
                  <a:lnTo>
                    <a:pt x="1508760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25559">
              <a:solidFill>
                <a:srgbClr val="49DD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0368254" y="3095891"/>
            <a:ext cx="959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9DD7F"/>
                </a:solidFill>
                <a:latin typeface="Calibri"/>
                <a:cs typeface="Calibri"/>
              </a:rPr>
              <a:t>FINAL</a:t>
            </a:r>
            <a:r>
              <a:rPr sz="1200" b="1" spc="-4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9DD7F"/>
                </a:solidFill>
                <a:latin typeface="Calibri"/>
                <a:cs typeface="Calibri"/>
              </a:rPr>
              <a:t>OUTPUT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21177" y="3260420"/>
            <a:ext cx="4133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9DD7F"/>
                </a:solidFill>
                <a:latin typeface="Calibri"/>
                <a:cs typeface="Calibri"/>
              </a:rPr>
              <a:t>PIPE</a:t>
            </a:r>
            <a:r>
              <a:rPr sz="12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49DD7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30137" y="3260420"/>
            <a:ext cx="4133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9DD7F"/>
                </a:solidFill>
                <a:latin typeface="Calibri"/>
                <a:cs typeface="Calibri"/>
              </a:rPr>
              <a:t>PIPE</a:t>
            </a:r>
            <a:r>
              <a:rPr sz="12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49DD7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83661" y="3278771"/>
            <a:ext cx="433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9DD7F"/>
                </a:solidFill>
                <a:latin typeface="Calibri"/>
                <a:cs typeface="Calibri"/>
              </a:rPr>
              <a:t>stdout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157662" y="3461651"/>
            <a:ext cx="137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shown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terminal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41984" y="4519624"/>
            <a:ext cx="1750060" cy="1750060"/>
            <a:chOff x="541984" y="4519624"/>
            <a:chExt cx="1750060" cy="1750060"/>
          </a:xfrm>
        </p:grpSpPr>
        <p:sp>
          <p:nvSpPr>
            <p:cNvPr id="58" name="object 58"/>
            <p:cNvSpPr/>
            <p:nvPr/>
          </p:nvSpPr>
          <p:spPr>
            <a:xfrm>
              <a:off x="548284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16639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664271"/>
                  </a:lnTo>
                  <a:lnTo>
                    <a:pt x="597" y="1673549"/>
                  </a:lnTo>
                  <a:lnTo>
                    <a:pt x="607" y="1673699"/>
                  </a:lnTo>
                  <a:lnTo>
                    <a:pt x="21280" y="1715889"/>
                  </a:lnTo>
                  <a:lnTo>
                    <a:pt x="63442" y="1736752"/>
                  </a:lnTo>
                  <a:lnTo>
                    <a:pt x="73075" y="1737359"/>
                  </a:lnTo>
                  <a:lnTo>
                    <a:pt x="1664271" y="1736991"/>
                  </a:lnTo>
                  <a:lnTo>
                    <a:pt x="1708649" y="1721950"/>
                  </a:lnTo>
                  <a:lnTo>
                    <a:pt x="1734914" y="1682994"/>
                  </a:lnTo>
                  <a:lnTo>
                    <a:pt x="1737360" y="1663915"/>
                  </a:lnTo>
                  <a:lnTo>
                    <a:pt x="1736991" y="73075"/>
                  </a:lnTo>
                  <a:lnTo>
                    <a:pt x="1721950" y="28698"/>
                  </a:lnTo>
                  <a:lnTo>
                    <a:pt x="1682950" y="2428"/>
                  </a:lnTo>
                  <a:lnTo>
                    <a:pt x="1673549" y="607"/>
                  </a:lnTo>
                  <a:lnTo>
                    <a:pt x="166391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8284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1663915" y="0"/>
                  </a:lnTo>
                  <a:lnTo>
                    <a:pt x="1708593" y="15096"/>
                  </a:lnTo>
                  <a:lnTo>
                    <a:pt x="1734562" y="54357"/>
                  </a:lnTo>
                  <a:lnTo>
                    <a:pt x="1736991" y="73075"/>
                  </a:lnTo>
                  <a:lnTo>
                    <a:pt x="1737360" y="1663915"/>
                  </a:lnTo>
                  <a:lnTo>
                    <a:pt x="1736752" y="1673549"/>
                  </a:lnTo>
                  <a:lnTo>
                    <a:pt x="1734929" y="1682950"/>
                  </a:lnTo>
                  <a:lnTo>
                    <a:pt x="1708649" y="1721950"/>
                  </a:lnTo>
                  <a:lnTo>
                    <a:pt x="1664271" y="1736991"/>
                  </a:lnTo>
                  <a:lnTo>
                    <a:pt x="73075" y="1737359"/>
                  </a:lnTo>
                  <a:lnTo>
                    <a:pt x="28398" y="1722250"/>
                  </a:lnTo>
                  <a:lnTo>
                    <a:pt x="2428" y="1682994"/>
                  </a:lnTo>
                  <a:lnTo>
                    <a:pt x="0" y="166427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85800" y="4636084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917" y="0"/>
                  </a:moveTo>
                  <a:lnTo>
                    <a:pt x="152547" y="6929"/>
                  </a:lnTo>
                  <a:lnTo>
                    <a:pt x="102958" y="27355"/>
                  </a:lnTo>
                  <a:lnTo>
                    <a:pt x="60345" y="59977"/>
                  </a:lnTo>
                  <a:lnTo>
                    <a:pt x="27724" y="102590"/>
                  </a:lnTo>
                  <a:lnTo>
                    <a:pt x="6975" y="152322"/>
                  </a:lnTo>
                  <a:lnTo>
                    <a:pt x="0" y="205549"/>
                  </a:lnTo>
                  <a:lnTo>
                    <a:pt x="1749" y="232422"/>
                  </a:lnTo>
                  <a:lnTo>
                    <a:pt x="15644" y="284277"/>
                  </a:lnTo>
                  <a:lnTo>
                    <a:pt x="42667" y="330958"/>
                  </a:lnTo>
                  <a:lnTo>
                    <a:pt x="80521" y="368812"/>
                  </a:lnTo>
                  <a:lnTo>
                    <a:pt x="127145" y="395679"/>
                  </a:lnTo>
                  <a:lnTo>
                    <a:pt x="178895" y="409678"/>
                  </a:lnTo>
                  <a:lnTo>
                    <a:pt x="205917" y="411480"/>
                  </a:lnTo>
                  <a:lnTo>
                    <a:pt x="232734" y="409678"/>
                  </a:lnTo>
                  <a:lnTo>
                    <a:pt x="284340" y="395679"/>
                  </a:lnTo>
                  <a:lnTo>
                    <a:pt x="330958" y="368812"/>
                  </a:lnTo>
                  <a:lnTo>
                    <a:pt x="368812" y="330958"/>
                  </a:lnTo>
                  <a:lnTo>
                    <a:pt x="395835" y="284277"/>
                  </a:lnTo>
                  <a:lnTo>
                    <a:pt x="409730" y="232422"/>
                  </a:lnTo>
                  <a:lnTo>
                    <a:pt x="411480" y="205549"/>
                  </a:lnTo>
                  <a:lnTo>
                    <a:pt x="409730" y="178684"/>
                  </a:lnTo>
                  <a:lnTo>
                    <a:pt x="395835" y="126834"/>
                  </a:lnTo>
                  <a:lnTo>
                    <a:pt x="368812" y="80153"/>
                  </a:lnTo>
                  <a:lnTo>
                    <a:pt x="330958" y="42299"/>
                  </a:lnTo>
                  <a:lnTo>
                    <a:pt x="284340" y="15489"/>
                  </a:lnTo>
                  <a:lnTo>
                    <a:pt x="232734" y="1743"/>
                  </a:lnTo>
                  <a:lnTo>
                    <a:pt x="205917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 descr="Keyboard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160" y="4726089"/>
              <a:ext cx="230035" cy="230035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673100" y="5107939"/>
            <a:ext cx="126238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21D2ED"/>
                </a:solidFill>
                <a:latin typeface="Calibri"/>
                <a:cs typeface="Calibri"/>
              </a:rPr>
              <a:t>User</a:t>
            </a:r>
            <a:r>
              <a:rPr sz="1250" b="1" spc="-5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21D2ED"/>
                </a:solidFill>
                <a:latin typeface="Calibri"/>
                <a:cs typeface="Calibri"/>
              </a:rPr>
              <a:t>Input</a:t>
            </a:r>
            <a:r>
              <a:rPr sz="1250" b="1" spc="-5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21D2ED"/>
                </a:solidFill>
                <a:latin typeface="Calibri"/>
                <a:cs typeface="Calibri"/>
              </a:rPr>
              <a:t>Module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3100" y="5519420"/>
            <a:ext cx="117411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Accepts</a:t>
            </a:r>
            <a:r>
              <a:rPr sz="11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commands separated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1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2407500" y="4519624"/>
            <a:ext cx="1750060" cy="1750060"/>
            <a:chOff x="2407500" y="4519624"/>
            <a:chExt cx="1750060" cy="1750060"/>
          </a:xfrm>
        </p:grpSpPr>
        <p:sp>
          <p:nvSpPr>
            <p:cNvPr id="65" name="object 65"/>
            <p:cNvSpPr/>
            <p:nvPr/>
          </p:nvSpPr>
          <p:spPr>
            <a:xfrm>
              <a:off x="2413800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16639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664271"/>
                  </a:lnTo>
                  <a:lnTo>
                    <a:pt x="597" y="1673549"/>
                  </a:lnTo>
                  <a:lnTo>
                    <a:pt x="607" y="1673699"/>
                  </a:lnTo>
                  <a:lnTo>
                    <a:pt x="21285" y="1715889"/>
                  </a:lnTo>
                  <a:lnTo>
                    <a:pt x="63443" y="1736752"/>
                  </a:lnTo>
                  <a:lnTo>
                    <a:pt x="73075" y="1737359"/>
                  </a:lnTo>
                  <a:lnTo>
                    <a:pt x="1664284" y="1736991"/>
                  </a:lnTo>
                  <a:lnTo>
                    <a:pt x="1708654" y="1721950"/>
                  </a:lnTo>
                  <a:lnTo>
                    <a:pt x="1734916" y="1682994"/>
                  </a:lnTo>
                  <a:lnTo>
                    <a:pt x="1737337" y="1664271"/>
                  </a:lnTo>
                  <a:lnTo>
                    <a:pt x="1737360" y="1663915"/>
                  </a:lnTo>
                  <a:lnTo>
                    <a:pt x="1737004" y="73075"/>
                  </a:lnTo>
                  <a:lnTo>
                    <a:pt x="1721950" y="28698"/>
                  </a:lnTo>
                  <a:lnTo>
                    <a:pt x="1682956" y="2428"/>
                  </a:lnTo>
                  <a:lnTo>
                    <a:pt x="1673555" y="607"/>
                  </a:lnTo>
                  <a:lnTo>
                    <a:pt x="166391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413800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41"/>
                  </a:lnTo>
                  <a:lnTo>
                    <a:pt x="73075" y="0"/>
                  </a:lnTo>
                  <a:lnTo>
                    <a:pt x="1663915" y="0"/>
                  </a:lnTo>
                  <a:lnTo>
                    <a:pt x="1708598" y="15096"/>
                  </a:lnTo>
                  <a:lnTo>
                    <a:pt x="1734573" y="54357"/>
                  </a:lnTo>
                  <a:lnTo>
                    <a:pt x="1737004" y="73075"/>
                  </a:lnTo>
                  <a:lnTo>
                    <a:pt x="1737360" y="1663915"/>
                  </a:lnTo>
                  <a:lnTo>
                    <a:pt x="1736752" y="1673549"/>
                  </a:lnTo>
                  <a:lnTo>
                    <a:pt x="1734931" y="1682950"/>
                  </a:lnTo>
                  <a:lnTo>
                    <a:pt x="1708654" y="1721950"/>
                  </a:lnTo>
                  <a:lnTo>
                    <a:pt x="1664284" y="1736991"/>
                  </a:lnTo>
                  <a:lnTo>
                    <a:pt x="73075" y="1737359"/>
                  </a:lnTo>
                  <a:lnTo>
                    <a:pt x="28399" y="1722250"/>
                  </a:lnTo>
                  <a:lnTo>
                    <a:pt x="2428" y="1682994"/>
                  </a:lnTo>
                  <a:lnTo>
                    <a:pt x="0" y="166427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551315" y="4636084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562" y="0"/>
                  </a:moveTo>
                  <a:lnTo>
                    <a:pt x="152512" y="6929"/>
                  </a:lnTo>
                  <a:lnTo>
                    <a:pt x="102958" y="27355"/>
                  </a:lnTo>
                  <a:lnTo>
                    <a:pt x="60345" y="59977"/>
                  </a:lnTo>
                  <a:lnTo>
                    <a:pt x="27724" y="102590"/>
                  </a:lnTo>
                  <a:lnTo>
                    <a:pt x="6975" y="152322"/>
                  </a:lnTo>
                  <a:lnTo>
                    <a:pt x="0" y="205549"/>
                  </a:lnTo>
                  <a:lnTo>
                    <a:pt x="1749" y="232422"/>
                  </a:lnTo>
                  <a:lnTo>
                    <a:pt x="15644" y="284277"/>
                  </a:lnTo>
                  <a:lnTo>
                    <a:pt x="42667" y="330958"/>
                  </a:lnTo>
                  <a:lnTo>
                    <a:pt x="80521" y="368812"/>
                  </a:lnTo>
                  <a:lnTo>
                    <a:pt x="127147" y="395679"/>
                  </a:lnTo>
                  <a:lnTo>
                    <a:pt x="178752" y="409678"/>
                  </a:lnTo>
                  <a:lnTo>
                    <a:pt x="205562" y="411480"/>
                  </a:lnTo>
                  <a:lnTo>
                    <a:pt x="232584" y="409678"/>
                  </a:lnTo>
                  <a:lnTo>
                    <a:pt x="284334" y="395679"/>
                  </a:lnTo>
                  <a:lnTo>
                    <a:pt x="330958" y="368812"/>
                  </a:lnTo>
                  <a:lnTo>
                    <a:pt x="368817" y="330958"/>
                  </a:lnTo>
                  <a:lnTo>
                    <a:pt x="395840" y="284277"/>
                  </a:lnTo>
                  <a:lnTo>
                    <a:pt x="409730" y="232422"/>
                  </a:lnTo>
                  <a:lnTo>
                    <a:pt x="411480" y="205549"/>
                  </a:lnTo>
                  <a:lnTo>
                    <a:pt x="409730" y="178684"/>
                  </a:lnTo>
                  <a:lnTo>
                    <a:pt x="395840" y="126834"/>
                  </a:lnTo>
                  <a:lnTo>
                    <a:pt x="368817" y="80153"/>
                  </a:lnTo>
                  <a:lnTo>
                    <a:pt x="330958" y="42299"/>
                  </a:lnTo>
                  <a:lnTo>
                    <a:pt x="284334" y="15489"/>
                  </a:lnTo>
                  <a:lnTo>
                    <a:pt x="232584" y="1743"/>
                  </a:lnTo>
                  <a:lnTo>
                    <a:pt x="205562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 descr="Code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1676" y="4726089"/>
              <a:ext cx="230035" cy="230035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2538615" y="5107939"/>
            <a:ext cx="114744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21D2ED"/>
                </a:solidFill>
                <a:latin typeface="Calibri"/>
                <a:cs typeface="Calibri"/>
              </a:rPr>
              <a:t>Command</a:t>
            </a:r>
            <a:r>
              <a:rPr sz="1250" b="1" spc="-7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21D2ED"/>
                </a:solidFill>
                <a:latin typeface="Calibri"/>
                <a:cs typeface="Calibri"/>
              </a:rPr>
              <a:t>Parser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538615" y="5519420"/>
            <a:ext cx="129159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Separates</a:t>
            </a:r>
            <a:r>
              <a:rPr sz="11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commands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arguments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272660" y="4519624"/>
            <a:ext cx="1750060" cy="1750060"/>
            <a:chOff x="4272660" y="4519624"/>
            <a:chExt cx="1750060" cy="1750060"/>
          </a:xfrm>
        </p:grpSpPr>
        <p:sp>
          <p:nvSpPr>
            <p:cNvPr id="72" name="object 72"/>
            <p:cNvSpPr/>
            <p:nvPr/>
          </p:nvSpPr>
          <p:spPr>
            <a:xfrm>
              <a:off x="4278960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16639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664271"/>
                  </a:lnTo>
                  <a:lnTo>
                    <a:pt x="15046" y="1708649"/>
                  </a:lnTo>
                  <a:lnTo>
                    <a:pt x="54046" y="1734929"/>
                  </a:lnTo>
                  <a:lnTo>
                    <a:pt x="73075" y="1737359"/>
                  </a:lnTo>
                  <a:lnTo>
                    <a:pt x="1664284" y="1736991"/>
                  </a:lnTo>
                  <a:lnTo>
                    <a:pt x="1708654" y="1721950"/>
                  </a:lnTo>
                  <a:lnTo>
                    <a:pt x="1734916" y="1682994"/>
                  </a:lnTo>
                  <a:lnTo>
                    <a:pt x="1737337" y="1664271"/>
                  </a:lnTo>
                  <a:lnTo>
                    <a:pt x="1737360" y="1663915"/>
                  </a:lnTo>
                  <a:lnTo>
                    <a:pt x="1737004" y="73075"/>
                  </a:lnTo>
                  <a:lnTo>
                    <a:pt x="1721950" y="28698"/>
                  </a:lnTo>
                  <a:lnTo>
                    <a:pt x="1682956" y="2428"/>
                  </a:lnTo>
                  <a:lnTo>
                    <a:pt x="1673555" y="607"/>
                  </a:lnTo>
                  <a:lnTo>
                    <a:pt x="166391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78960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41"/>
                  </a:lnTo>
                  <a:lnTo>
                    <a:pt x="73075" y="0"/>
                  </a:lnTo>
                  <a:lnTo>
                    <a:pt x="1663915" y="0"/>
                  </a:lnTo>
                  <a:lnTo>
                    <a:pt x="1708598" y="15096"/>
                  </a:lnTo>
                  <a:lnTo>
                    <a:pt x="1734573" y="54357"/>
                  </a:lnTo>
                  <a:lnTo>
                    <a:pt x="1737004" y="73075"/>
                  </a:lnTo>
                  <a:lnTo>
                    <a:pt x="1737360" y="1663915"/>
                  </a:lnTo>
                  <a:lnTo>
                    <a:pt x="1736752" y="1673549"/>
                  </a:lnTo>
                  <a:lnTo>
                    <a:pt x="1734931" y="1682950"/>
                  </a:lnTo>
                  <a:lnTo>
                    <a:pt x="1708654" y="1721950"/>
                  </a:lnTo>
                  <a:lnTo>
                    <a:pt x="1664284" y="1736991"/>
                  </a:lnTo>
                  <a:lnTo>
                    <a:pt x="73075" y="1737359"/>
                  </a:lnTo>
                  <a:lnTo>
                    <a:pt x="28399" y="1722250"/>
                  </a:lnTo>
                  <a:lnTo>
                    <a:pt x="2428" y="1682994"/>
                  </a:lnTo>
                  <a:lnTo>
                    <a:pt x="0" y="166427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16475" y="4636084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930" y="0"/>
                  </a:moveTo>
                  <a:lnTo>
                    <a:pt x="152558" y="6929"/>
                  </a:lnTo>
                  <a:lnTo>
                    <a:pt x="102958" y="27355"/>
                  </a:lnTo>
                  <a:lnTo>
                    <a:pt x="60345" y="59977"/>
                  </a:lnTo>
                  <a:lnTo>
                    <a:pt x="27724" y="102590"/>
                  </a:lnTo>
                  <a:lnTo>
                    <a:pt x="6975" y="152322"/>
                  </a:lnTo>
                  <a:lnTo>
                    <a:pt x="0" y="205549"/>
                  </a:lnTo>
                  <a:lnTo>
                    <a:pt x="1749" y="232422"/>
                  </a:lnTo>
                  <a:lnTo>
                    <a:pt x="15644" y="284277"/>
                  </a:lnTo>
                  <a:lnTo>
                    <a:pt x="42667" y="330958"/>
                  </a:lnTo>
                  <a:lnTo>
                    <a:pt x="80521" y="368812"/>
                  </a:lnTo>
                  <a:lnTo>
                    <a:pt x="127152" y="395679"/>
                  </a:lnTo>
                  <a:lnTo>
                    <a:pt x="178907" y="409678"/>
                  </a:lnTo>
                  <a:lnTo>
                    <a:pt x="205930" y="411480"/>
                  </a:lnTo>
                  <a:lnTo>
                    <a:pt x="232740" y="409678"/>
                  </a:lnTo>
                  <a:lnTo>
                    <a:pt x="284340" y="395679"/>
                  </a:lnTo>
                  <a:lnTo>
                    <a:pt x="330958" y="368812"/>
                  </a:lnTo>
                  <a:lnTo>
                    <a:pt x="368817" y="330958"/>
                  </a:lnTo>
                  <a:lnTo>
                    <a:pt x="395840" y="284277"/>
                  </a:lnTo>
                  <a:lnTo>
                    <a:pt x="409730" y="232422"/>
                  </a:lnTo>
                  <a:lnTo>
                    <a:pt x="411479" y="205549"/>
                  </a:lnTo>
                  <a:lnTo>
                    <a:pt x="409730" y="178684"/>
                  </a:lnTo>
                  <a:lnTo>
                    <a:pt x="395840" y="126834"/>
                  </a:lnTo>
                  <a:lnTo>
                    <a:pt x="368817" y="80153"/>
                  </a:lnTo>
                  <a:lnTo>
                    <a:pt x="330958" y="42299"/>
                  </a:lnTo>
                  <a:lnTo>
                    <a:pt x="284340" y="15489"/>
                  </a:lnTo>
                  <a:lnTo>
                    <a:pt x="232740" y="1743"/>
                  </a:lnTo>
                  <a:lnTo>
                    <a:pt x="20593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 descr="Copy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7204" y="4726089"/>
              <a:ext cx="230035" cy="230035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4403775" y="5107939"/>
            <a:ext cx="114617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 dirty="0">
                <a:solidFill>
                  <a:srgbClr val="21D2ED"/>
                </a:solidFill>
                <a:latin typeface="Calibri"/>
                <a:cs typeface="Calibri"/>
              </a:rPr>
              <a:t>Process</a:t>
            </a:r>
            <a:r>
              <a:rPr sz="1250" b="1" spc="-1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21D2ED"/>
                </a:solidFill>
                <a:latin typeface="Calibri"/>
                <a:cs typeface="Calibri"/>
              </a:rPr>
              <a:t>Manager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403775" y="5519420"/>
            <a:ext cx="14008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Creates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 processes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1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fork()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138176" y="4519624"/>
            <a:ext cx="1750060" cy="1750060"/>
            <a:chOff x="6138176" y="4519624"/>
            <a:chExt cx="1750060" cy="1750060"/>
          </a:xfrm>
        </p:grpSpPr>
        <p:sp>
          <p:nvSpPr>
            <p:cNvPr id="79" name="object 79"/>
            <p:cNvSpPr/>
            <p:nvPr/>
          </p:nvSpPr>
          <p:spPr>
            <a:xfrm>
              <a:off x="6144476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59" h="1737360">
                  <a:moveTo>
                    <a:pt x="166392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664271"/>
                  </a:lnTo>
                  <a:lnTo>
                    <a:pt x="15053" y="1708649"/>
                  </a:lnTo>
                  <a:lnTo>
                    <a:pt x="54048" y="1734929"/>
                  </a:lnTo>
                  <a:lnTo>
                    <a:pt x="73088" y="1737359"/>
                  </a:lnTo>
                  <a:lnTo>
                    <a:pt x="1664284" y="1736991"/>
                  </a:lnTo>
                  <a:lnTo>
                    <a:pt x="1708661" y="1721950"/>
                  </a:lnTo>
                  <a:lnTo>
                    <a:pt x="1734916" y="1682994"/>
                  </a:lnTo>
                  <a:lnTo>
                    <a:pt x="1737337" y="1664271"/>
                  </a:lnTo>
                  <a:lnTo>
                    <a:pt x="1737359" y="1663915"/>
                  </a:lnTo>
                  <a:lnTo>
                    <a:pt x="1737004" y="73075"/>
                  </a:lnTo>
                  <a:lnTo>
                    <a:pt x="1721957" y="28698"/>
                  </a:lnTo>
                  <a:lnTo>
                    <a:pt x="1682957" y="2428"/>
                  </a:lnTo>
                  <a:lnTo>
                    <a:pt x="1673560" y="607"/>
                  </a:lnTo>
                  <a:lnTo>
                    <a:pt x="1663928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144476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59" h="1737360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41"/>
                  </a:lnTo>
                  <a:lnTo>
                    <a:pt x="73088" y="0"/>
                  </a:lnTo>
                  <a:lnTo>
                    <a:pt x="1663928" y="0"/>
                  </a:lnTo>
                  <a:lnTo>
                    <a:pt x="1708604" y="15096"/>
                  </a:lnTo>
                  <a:lnTo>
                    <a:pt x="1734575" y="54357"/>
                  </a:lnTo>
                  <a:lnTo>
                    <a:pt x="1737004" y="73075"/>
                  </a:lnTo>
                  <a:lnTo>
                    <a:pt x="1737359" y="1663915"/>
                  </a:lnTo>
                  <a:lnTo>
                    <a:pt x="1736752" y="1673549"/>
                  </a:lnTo>
                  <a:lnTo>
                    <a:pt x="1734931" y="1682950"/>
                  </a:lnTo>
                  <a:lnTo>
                    <a:pt x="1708661" y="1721950"/>
                  </a:lnTo>
                  <a:lnTo>
                    <a:pt x="1664284" y="1736991"/>
                  </a:lnTo>
                  <a:lnTo>
                    <a:pt x="73088" y="1737359"/>
                  </a:lnTo>
                  <a:lnTo>
                    <a:pt x="28405" y="1722250"/>
                  </a:lnTo>
                  <a:lnTo>
                    <a:pt x="2430" y="1682994"/>
                  </a:lnTo>
                  <a:lnTo>
                    <a:pt x="0" y="166427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2004" y="4636084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917" y="0"/>
                  </a:moveTo>
                  <a:lnTo>
                    <a:pt x="152547" y="6929"/>
                  </a:lnTo>
                  <a:lnTo>
                    <a:pt x="102958" y="27355"/>
                  </a:lnTo>
                  <a:lnTo>
                    <a:pt x="60344" y="59977"/>
                  </a:lnTo>
                  <a:lnTo>
                    <a:pt x="27711" y="102590"/>
                  </a:lnTo>
                  <a:lnTo>
                    <a:pt x="6973" y="152322"/>
                  </a:lnTo>
                  <a:lnTo>
                    <a:pt x="0" y="205549"/>
                  </a:lnTo>
                  <a:lnTo>
                    <a:pt x="1749" y="232422"/>
                  </a:lnTo>
                  <a:lnTo>
                    <a:pt x="15639" y="284277"/>
                  </a:lnTo>
                  <a:lnTo>
                    <a:pt x="42662" y="330958"/>
                  </a:lnTo>
                  <a:lnTo>
                    <a:pt x="80521" y="368812"/>
                  </a:lnTo>
                  <a:lnTo>
                    <a:pt x="127145" y="395679"/>
                  </a:lnTo>
                  <a:lnTo>
                    <a:pt x="178895" y="409678"/>
                  </a:lnTo>
                  <a:lnTo>
                    <a:pt x="205917" y="411480"/>
                  </a:lnTo>
                  <a:lnTo>
                    <a:pt x="232727" y="409678"/>
                  </a:lnTo>
                  <a:lnTo>
                    <a:pt x="284332" y="395679"/>
                  </a:lnTo>
                  <a:lnTo>
                    <a:pt x="330958" y="368812"/>
                  </a:lnTo>
                  <a:lnTo>
                    <a:pt x="368812" y="330958"/>
                  </a:lnTo>
                  <a:lnTo>
                    <a:pt x="395835" y="284277"/>
                  </a:lnTo>
                  <a:lnTo>
                    <a:pt x="409730" y="232422"/>
                  </a:lnTo>
                  <a:lnTo>
                    <a:pt x="411480" y="205549"/>
                  </a:lnTo>
                  <a:lnTo>
                    <a:pt x="409730" y="178684"/>
                  </a:lnTo>
                  <a:lnTo>
                    <a:pt x="395835" y="126834"/>
                  </a:lnTo>
                  <a:lnTo>
                    <a:pt x="368812" y="80153"/>
                  </a:lnTo>
                  <a:lnTo>
                    <a:pt x="330958" y="42299"/>
                  </a:lnTo>
                  <a:lnTo>
                    <a:pt x="284332" y="15489"/>
                  </a:lnTo>
                  <a:lnTo>
                    <a:pt x="232727" y="1743"/>
                  </a:lnTo>
                  <a:lnTo>
                    <a:pt x="205917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 descr="ExchangeAlt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2364" y="4726089"/>
              <a:ext cx="230035" cy="230035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6269304" y="5107939"/>
            <a:ext cx="937894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21D2ED"/>
                </a:solidFill>
                <a:latin typeface="Calibri"/>
                <a:cs typeface="Calibri"/>
              </a:rPr>
              <a:t>Pipe</a:t>
            </a:r>
            <a:r>
              <a:rPr sz="1250" b="1" spc="-4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21D2ED"/>
                </a:solidFill>
                <a:latin typeface="Calibri"/>
                <a:cs typeface="Calibri"/>
              </a:rPr>
              <a:t>Manager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269304" y="5519420"/>
            <a:ext cx="13754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sz="11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channels</a:t>
            </a:r>
            <a:r>
              <a:rPr sz="11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Calibri"/>
                <a:cs typeface="Calibri"/>
              </a:rPr>
              <a:t>using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pipe()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8003336" y="4519624"/>
            <a:ext cx="1750060" cy="1750060"/>
            <a:chOff x="8003336" y="4519624"/>
            <a:chExt cx="1750060" cy="1750060"/>
          </a:xfrm>
        </p:grpSpPr>
        <p:sp>
          <p:nvSpPr>
            <p:cNvPr id="86" name="object 86"/>
            <p:cNvSpPr/>
            <p:nvPr/>
          </p:nvSpPr>
          <p:spPr>
            <a:xfrm>
              <a:off x="8009636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59" h="1737360">
                  <a:moveTo>
                    <a:pt x="166392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664271"/>
                  </a:lnTo>
                  <a:lnTo>
                    <a:pt x="597" y="1673549"/>
                  </a:lnTo>
                  <a:lnTo>
                    <a:pt x="607" y="1673699"/>
                  </a:lnTo>
                  <a:lnTo>
                    <a:pt x="21291" y="1715889"/>
                  </a:lnTo>
                  <a:lnTo>
                    <a:pt x="63449" y="1736752"/>
                  </a:lnTo>
                  <a:lnTo>
                    <a:pt x="73088" y="1737359"/>
                  </a:lnTo>
                  <a:lnTo>
                    <a:pt x="1664284" y="1736991"/>
                  </a:lnTo>
                  <a:lnTo>
                    <a:pt x="1708661" y="1721950"/>
                  </a:lnTo>
                  <a:lnTo>
                    <a:pt x="1734916" y="1682994"/>
                  </a:lnTo>
                  <a:lnTo>
                    <a:pt x="1737337" y="1664271"/>
                  </a:lnTo>
                  <a:lnTo>
                    <a:pt x="1737360" y="1663915"/>
                  </a:lnTo>
                  <a:lnTo>
                    <a:pt x="1737004" y="73075"/>
                  </a:lnTo>
                  <a:lnTo>
                    <a:pt x="1721957" y="28698"/>
                  </a:lnTo>
                  <a:lnTo>
                    <a:pt x="1682957" y="2428"/>
                  </a:lnTo>
                  <a:lnTo>
                    <a:pt x="1673560" y="607"/>
                  </a:lnTo>
                  <a:lnTo>
                    <a:pt x="1663928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009636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59" h="1737360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41"/>
                  </a:lnTo>
                  <a:lnTo>
                    <a:pt x="73088" y="0"/>
                  </a:lnTo>
                  <a:lnTo>
                    <a:pt x="1663928" y="0"/>
                  </a:lnTo>
                  <a:lnTo>
                    <a:pt x="1708604" y="15096"/>
                  </a:lnTo>
                  <a:lnTo>
                    <a:pt x="1734575" y="54357"/>
                  </a:lnTo>
                  <a:lnTo>
                    <a:pt x="1737004" y="73075"/>
                  </a:lnTo>
                  <a:lnTo>
                    <a:pt x="1737360" y="1663915"/>
                  </a:lnTo>
                  <a:lnTo>
                    <a:pt x="1736752" y="1673549"/>
                  </a:lnTo>
                  <a:lnTo>
                    <a:pt x="1734931" y="1682950"/>
                  </a:lnTo>
                  <a:lnTo>
                    <a:pt x="1708661" y="1721950"/>
                  </a:lnTo>
                  <a:lnTo>
                    <a:pt x="1664284" y="1736991"/>
                  </a:lnTo>
                  <a:lnTo>
                    <a:pt x="73088" y="1737359"/>
                  </a:lnTo>
                  <a:lnTo>
                    <a:pt x="28405" y="1722250"/>
                  </a:lnTo>
                  <a:lnTo>
                    <a:pt x="2430" y="1682994"/>
                  </a:lnTo>
                  <a:lnTo>
                    <a:pt x="0" y="166427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147164" y="4636084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917" y="0"/>
                  </a:moveTo>
                  <a:lnTo>
                    <a:pt x="152547" y="6929"/>
                  </a:lnTo>
                  <a:lnTo>
                    <a:pt x="102958" y="27355"/>
                  </a:lnTo>
                  <a:lnTo>
                    <a:pt x="60344" y="59977"/>
                  </a:lnTo>
                  <a:lnTo>
                    <a:pt x="27711" y="102590"/>
                  </a:lnTo>
                  <a:lnTo>
                    <a:pt x="6973" y="152322"/>
                  </a:lnTo>
                  <a:lnTo>
                    <a:pt x="0" y="205549"/>
                  </a:lnTo>
                  <a:lnTo>
                    <a:pt x="1749" y="232422"/>
                  </a:lnTo>
                  <a:lnTo>
                    <a:pt x="15639" y="284277"/>
                  </a:lnTo>
                  <a:lnTo>
                    <a:pt x="42662" y="330958"/>
                  </a:lnTo>
                  <a:lnTo>
                    <a:pt x="80521" y="368812"/>
                  </a:lnTo>
                  <a:lnTo>
                    <a:pt x="127145" y="395679"/>
                  </a:lnTo>
                  <a:lnTo>
                    <a:pt x="178895" y="409678"/>
                  </a:lnTo>
                  <a:lnTo>
                    <a:pt x="205917" y="411480"/>
                  </a:lnTo>
                  <a:lnTo>
                    <a:pt x="232727" y="409678"/>
                  </a:lnTo>
                  <a:lnTo>
                    <a:pt x="284332" y="395679"/>
                  </a:lnTo>
                  <a:lnTo>
                    <a:pt x="330958" y="368812"/>
                  </a:lnTo>
                  <a:lnTo>
                    <a:pt x="368812" y="330958"/>
                  </a:lnTo>
                  <a:lnTo>
                    <a:pt x="395835" y="284277"/>
                  </a:lnTo>
                  <a:lnTo>
                    <a:pt x="409730" y="232422"/>
                  </a:lnTo>
                  <a:lnTo>
                    <a:pt x="411479" y="205549"/>
                  </a:lnTo>
                  <a:lnTo>
                    <a:pt x="409730" y="178684"/>
                  </a:lnTo>
                  <a:lnTo>
                    <a:pt x="395835" y="126834"/>
                  </a:lnTo>
                  <a:lnTo>
                    <a:pt x="368812" y="80153"/>
                  </a:lnTo>
                  <a:lnTo>
                    <a:pt x="330958" y="42299"/>
                  </a:lnTo>
                  <a:lnTo>
                    <a:pt x="284332" y="15489"/>
                  </a:lnTo>
                  <a:lnTo>
                    <a:pt x="232727" y="1743"/>
                  </a:lnTo>
                  <a:lnTo>
                    <a:pt x="205917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 descr="Play ic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37880" y="4726089"/>
              <a:ext cx="230035" cy="230035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8134463" y="5107939"/>
            <a:ext cx="12122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20" dirty="0">
                <a:solidFill>
                  <a:srgbClr val="21D2ED"/>
                </a:solidFill>
                <a:latin typeface="Calibri"/>
                <a:cs typeface="Calibri"/>
              </a:rPr>
              <a:t>Execution</a:t>
            </a:r>
            <a:r>
              <a:rPr sz="1250" b="1" spc="2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21D2ED"/>
                </a:solidFill>
                <a:latin typeface="Calibri"/>
                <a:cs typeface="Calibri"/>
              </a:rPr>
              <a:t>Module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134463" y="5519420"/>
            <a:ext cx="134747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Runs</a:t>
            </a:r>
            <a:r>
              <a:rPr sz="11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1150" spc="-20" dirty="0">
                <a:solidFill>
                  <a:srgbClr val="FFFFFF"/>
                </a:solidFill>
                <a:latin typeface="Calibri"/>
                <a:cs typeface="Calibri"/>
              </a:rPr>
              <a:t> using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execvp()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9868864" y="4519624"/>
            <a:ext cx="1750060" cy="1750060"/>
            <a:chOff x="9868864" y="4519624"/>
            <a:chExt cx="1750060" cy="1750060"/>
          </a:xfrm>
        </p:grpSpPr>
        <p:sp>
          <p:nvSpPr>
            <p:cNvPr id="93" name="object 93"/>
            <p:cNvSpPr/>
            <p:nvPr/>
          </p:nvSpPr>
          <p:spPr>
            <a:xfrm>
              <a:off x="9875164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59" h="1737360">
                  <a:moveTo>
                    <a:pt x="16639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664271"/>
                  </a:lnTo>
                  <a:lnTo>
                    <a:pt x="597" y="1673549"/>
                  </a:lnTo>
                  <a:lnTo>
                    <a:pt x="607" y="1673699"/>
                  </a:lnTo>
                  <a:lnTo>
                    <a:pt x="21280" y="1715889"/>
                  </a:lnTo>
                  <a:lnTo>
                    <a:pt x="63442" y="1736752"/>
                  </a:lnTo>
                  <a:lnTo>
                    <a:pt x="73075" y="1737359"/>
                  </a:lnTo>
                  <a:lnTo>
                    <a:pt x="1664271" y="1736991"/>
                  </a:lnTo>
                  <a:lnTo>
                    <a:pt x="1708649" y="1721950"/>
                  </a:lnTo>
                  <a:lnTo>
                    <a:pt x="1734914" y="1682994"/>
                  </a:lnTo>
                  <a:lnTo>
                    <a:pt x="1737337" y="1664271"/>
                  </a:lnTo>
                  <a:lnTo>
                    <a:pt x="1737359" y="1663915"/>
                  </a:lnTo>
                  <a:lnTo>
                    <a:pt x="1736991" y="73075"/>
                  </a:lnTo>
                  <a:lnTo>
                    <a:pt x="1721950" y="28698"/>
                  </a:lnTo>
                  <a:lnTo>
                    <a:pt x="1682950" y="2428"/>
                  </a:lnTo>
                  <a:lnTo>
                    <a:pt x="1673549" y="607"/>
                  </a:lnTo>
                  <a:lnTo>
                    <a:pt x="166391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9875164" y="4525924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59" h="17373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1663915" y="0"/>
                  </a:lnTo>
                  <a:lnTo>
                    <a:pt x="1708593" y="15096"/>
                  </a:lnTo>
                  <a:lnTo>
                    <a:pt x="1734562" y="54357"/>
                  </a:lnTo>
                  <a:lnTo>
                    <a:pt x="1736991" y="73075"/>
                  </a:lnTo>
                  <a:lnTo>
                    <a:pt x="1737359" y="1663915"/>
                  </a:lnTo>
                  <a:lnTo>
                    <a:pt x="1736752" y="1673549"/>
                  </a:lnTo>
                  <a:lnTo>
                    <a:pt x="1734929" y="1682950"/>
                  </a:lnTo>
                  <a:lnTo>
                    <a:pt x="1708649" y="1721950"/>
                  </a:lnTo>
                  <a:lnTo>
                    <a:pt x="1664271" y="1736991"/>
                  </a:lnTo>
                  <a:lnTo>
                    <a:pt x="73075" y="1737359"/>
                  </a:lnTo>
                  <a:lnTo>
                    <a:pt x="28398" y="1722250"/>
                  </a:lnTo>
                  <a:lnTo>
                    <a:pt x="2428" y="1682994"/>
                  </a:lnTo>
                  <a:lnTo>
                    <a:pt x="0" y="166427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012679" y="4636084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917" y="0"/>
                  </a:moveTo>
                  <a:lnTo>
                    <a:pt x="152547" y="6929"/>
                  </a:lnTo>
                  <a:lnTo>
                    <a:pt x="102958" y="27355"/>
                  </a:lnTo>
                  <a:lnTo>
                    <a:pt x="60345" y="59977"/>
                  </a:lnTo>
                  <a:lnTo>
                    <a:pt x="27724" y="102590"/>
                  </a:lnTo>
                  <a:lnTo>
                    <a:pt x="6975" y="152322"/>
                  </a:lnTo>
                  <a:lnTo>
                    <a:pt x="0" y="205549"/>
                  </a:lnTo>
                  <a:lnTo>
                    <a:pt x="1749" y="232422"/>
                  </a:lnTo>
                  <a:lnTo>
                    <a:pt x="15644" y="284277"/>
                  </a:lnTo>
                  <a:lnTo>
                    <a:pt x="42667" y="330958"/>
                  </a:lnTo>
                  <a:lnTo>
                    <a:pt x="80521" y="368812"/>
                  </a:lnTo>
                  <a:lnTo>
                    <a:pt x="127145" y="395679"/>
                  </a:lnTo>
                  <a:lnTo>
                    <a:pt x="178895" y="409678"/>
                  </a:lnTo>
                  <a:lnTo>
                    <a:pt x="205917" y="411480"/>
                  </a:lnTo>
                  <a:lnTo>
                    <a:pt x="232734" y="409678"/>
                  </a:lnTo>
                  <a:lnTo>
                    <a:pt x="284340" y="395679"/>
                  </a:lnTo>
                  <a:lnTo>
                    <a:pt x="330958" y="368812"/>
                  </a:lnTo>
                  <a:lnTo>
                    <a:pt x="368812" y="330958"/>
                  </a:lnTo>
                  <a:lnTo>
                    <a:pt x="395835" y="284277"/>
                  </a:lnTo>
                  <a:lnTo>
                    <a:pt x="409730" y="232422"/>
                  </a:lnTo>
                  <a:lnTo>
                    <a:pt x="411479" y="205549"/>
                  </a:lnTo>
                  <a:lnTo>
                    <a:pt x="409730" y="178684"/>
                  </a:lnTo>
                  <a:lnTo>
                    <a:pt x="395835" y="126834"/>
                  </a:lnTo>
                  <a:lnTo>
                    <a:pt x="368812" y="80153"/>
                  </a:lnTo>
                  <a:lnTo>
                    <a:pt x="330958" y="42299"/>
                  </a:lnTo>
                  <a:lnTo>
                    <a:pt x="284340" y="15489"/>
                  </a:lnTo>
                  <a:lnTo>
                    <a:pt x="232734" y="1743"/>
                  </a:lnTo>
                  <a:lnTo>
                    <a:pt x="205917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 descr="HourglassHalf ic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03040" y="4726089"/>
              <a:ext cx="230035" cy="230035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>
            <a:off x="9999980" y="5107939"/>
            <a:ext cx="142303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4965">
              <a:lnSpc>
                <a:spcPct val="100000"/>
              </a:lnSpc>
              <a:spcBef>
                <a:spcPts val="100"/>
              </a:spcBef>
            </a:pPr>
            <a:r>
              <a:rPr sz="1250" b="1" spc="-20" dirty="0">
                <a:solidFill>
                  <a:srgbClr val="21D2ED"/>
                </a:solidFill>
                <a:latin typeface="Calibri"/>
                <a:cs typeface="Calibri"/>
              </a:rPr>
              <a:t>Synchronization </a:t>
            </a:r>
            <a:r>
              <a:rPr sz="1250" b="1" spc="-10" dirty="0">
                <a:solidFill>
                  <a:srgbClr val="21D2ED"/>
                </a:solidFill>
                <a:latin typeface="Calibri"/>
                <a:cs typeface="Calibri"/>
              </a:rPr>
              <a:t>Module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40"/>
              </a:spcBef>
            </a:pP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Waits</a:t>
            </a:r>
            <a:r>
              <a:rPr sz="11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1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FFFFF"/>
                </a:solidFill>
                <a:latin typeface="Calibri"/>
                <a:cs typeface="Calibri"/>
              </a:rPr>
              <a:t>children</a:t>
            </a:r>
            <a:r>
              <a:rPr sz="11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Calibri"/>
                <a:cs typeface="Calibri"/>
              </a:rPr>
              <a:t>using </a:t>
            </a:r>
            <a:r>
              <a:rPr sz="1150" spc="-10" dirty="0">
                <a:solidFill>
                  <a:srgbClr val="FFFFFF"/>
                </a:solidFill>
                <a:latin typeface="Calibri"/>
                <a:cs typeface="Calibri"/>
              </a:rPr>
              <a:t>waitpid()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99" name="object 9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70" dirty="0">
                <a:solidFill>
                  <a:srgbClr val="21D2ED"/>
                </a:solidFill>
              </a:rPr>
              <a:t> </a:t>
            </a:r>
            <a:r>
              <a:rPr spc="-20" dirty="0"/>
              <a:t>Working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Our</a:t>
            </a:r>
            <a:r>
              <a:rPr spc="-70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90" y="1182369"/>
            <a:ext cx="2618740" cy="1887220"/>
            <a:chOff x="542290" y="1182369"/>
            <a:chExt cx="2618740" cy="1887220"/>
          </a:xfrm>
        </p:grpSpPr>
        <p:sp>
          <p:nvSpPr>
            <p:cNvPr id="4" name="object 4"/>
            <p:cNvSpPr/>
            <p:nvPr/>
          </p:nvSpPr>
          <p:spPr>
            <a:xfrm>
              <a:off x="548640" y="1188719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01444"/>
                  </a:lnTo>
                  <a:lnTo>
                    <a:pt x="594" y="1810715"/>
                  </a:lnTo>
                  <a:lnTo>
                    <a:pt x="607" y="1810920"/>
                  </a:lnTo>
                  <a:lnTo>
                    <a:pt x="2394" y="1820116"/>
                  </a:lnTo>
                  <a:lnTo>
                    <a:pt x="2428" y="1820295"/>
                  </a:lnTo>
                  <a:lnTo>
                    <a:pt x="5412" y="1829179"/>
                  </a:lnTo>
                  <a:lnTo>
                    <a:pt x="5464" y="1829335"/>
                  </a:lnTo>
                  <a:lnTo>
                    <a:pt x="9715" y="1837804"/>
                  </a:lnTo>
                  <a:lnTo>
                    <a:pt x="44984" y="1869055"/>
                  </a:lnTo>
                  <a:lnTo>
                    <a:pt x="73075" y="1874519"/>
                  </a:lnTo>
                  <a:lnTo>
                    <a:pt x="2532964" y="1874164"/>
                  </a:lnTo>
                  <a:lnTo>
                    <a:pt x="2577334" y="1859060"/>
                  </a:lnTo>
                  <a:lnTo>
                    <a:pt x="2603551" y="1820295"/>
                  </a:lnTo>
                  <a:lnTo>
                    <a:pt x="2603611" y="1820116"/>
                  </a:lnTo>
                  <a:lnTo>
                    <a:pt x="2605392" y="1810920"/>
                  </a:lnTo>
                  <a:lnTo>
                    <a:pt x="2605432" y="1810715"/>
                  </a:lnTo>
                  <a:lnTo>
                    <a:pt x="2606016" y="1801444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40" y="1188719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532595" y="0"/>
                  </a:lnTo>
                  <a:lnTo>
                    <a:pt x="2577128" y="15104"/>
                  </a:lnTo>
                  <a:lnTo>
                    <a:pt x="2603253" y="54224"/>
                  </a:lnTo>
                  <a:lnTo>
                    <a:pt x="2605684" y="73075"/>
                  </a:lnTo>
                  <a:lnTo>
                    <a:pt x="2606040" y="1801075"/>
                  </a:lnTo>
                  <a:lnTo>
                    <a:pt x="2605432" y="1810715"/>
                  </a:lnTo>
                  <a:lnTo>
                    <a:pt x="2603611" y="1820116"/>
                  </a:lnTo>
                  <a:lnTo>
                    <a:pt x="2577334" y="1859060"/>
                  </a:lnTo>
                  <a:lnTo>
                    <a:pt x="2532964" y="1874164"/>
                  </a:lnTo>
                  <a:lnTo>
                    <a:pt x="73075" y="1874519"/>
                  </a:lnTo>
                  <a:lnTo>
                    <a:pt x="28555" y="1859415"/>
                  </a:lnTo>
                  <a:lnTo>
                    <a:pt x="2428" y="1820295"/>
                  </a:lnTo>
                  <a:lnTo>
                    <a:pt x="0" y="1801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444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599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199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43025" y="140426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50E1E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384" y="1419390"/>
            <a:ext cx="906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8464" y="1907539"/>
            <a:ext cx="22898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Prompt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shown,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user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types: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25169" y="2416810"/>
            <a:ext cx="2252980" cy="396875"/>
            <a:chOff x="725169" y="2416810"/>
            <a:chExt cx="2252980" cy="396875"/>
          </a:xfrm>
        </p:grpSpPr>
        <p:sp>
          <p:nvSpPr>
            <p:cNvPr id="11" name="object 11"/>
            <p:cNvSpPr/>
            <p:nvPr/>
          </p:nvSpPr>
          <p:spPr>
            <a:xfrm>
              <a:off x="731519" y="2423160"/>
              <a:ext cx="2240280" cy="384175"/>
            </a:xfrm>
            <a:custGeom>
              <a:avLst/>
              <a:gdLst/>
              <a:ahLst/>
              <a:cxnLst/>
              <a:rect l="l" t="t" r="r" b="b"/>
              <a:pathLst>
                <a:path w="2240280" h="384175">
                  <a:moveTo>
                    <a:pt x="2202116" y="0"/>
                  </a:moveTo>
                  <a:lnTo>
                    <a:pt x="37795" y="0"/>
                  </a:lnTo>
                  <a:lnTo>
                    <a:pt x="29883" y="2159"/>
                  </a:lnTo>
                  <a:lnTo>
                    <a:pt x="23037" y="6121"/>
                  </a:lnTo>
                  <a:lnTo>
                    <a:pt x="15836" y="10083"/>
                  </a:lnTo>
                  <a:lnTo>
                    <a:pt x="10083" y="15836"/>
                  </a:lnTo>
                  <a:lnTo>
                    <a:pt x="6121" y="22682"/>
                  </a:lnTo>
                  <a:lnTo>
                    <a:pt x="2159" y="29883"/>
                  </a:lnTo>
                  <a:lnTo>
                    <a:pt x="0" y="37795"/>
                  </a:lnTo>
                  <a:lnTo>
                    <a:pt x="0" y="346316"/>
                  </a:lnTo>
                  <a:lnTo>
                    <a:pt x="2062" y="353885"/>
                  </a:lnTo>
                  <a:lnTo>
                    <a:pt x="2159" y="354241"/>
                  </a:lnTo>
                  <a:lnTo>
                    <a:pt x="6121" y="361073"/>
                  </a:lnTo>
                  <a:lnTo>
                    <a:pt x="10083" y="368274"/>
                  </a:lnTo>
                  <a:lnTo>
                    <a:pt x="15836" y="374040"/>
                  </a:lnTo>
                  <a:lnTo>
                    <a:pt x="22682" y="378002"/>
                  </a:lnTo>
                  <a:lnTo>
                    <a:pt x="29883" y="381965"/>
                  </a:lnTo>
                  <a:lnTo>
                    <a:pt x="37795" y="384124"/>
                  </a:lnTo>
                  <a:lnTo>
                    <a:pt x="2202484" y="383755"/>
                  </a:lnTo>
                  <a:lnTo>
                    <a:pt x="2210396" y="381596"/>
                  </a:lnTo>
                  <a:lnTo>
                    <a:pt x="2217242" y="377634"/>
                  </a:lnTo>
                  <a:lnTo>
                    <a:pt x="2224443" y="373684"/>
                  </a:lnTo>
                  <a:lnTo>
                    <a:pt x="2240280" y="338035"/>
                  </a:lnTo>
                  <a:lnTo>
                    <a:pt x="2239933" y="45719"/>
                  </a:lnTo>
                  <a:lnTo>
                    <a:pt x="2239924" y="37795"/>
                  </a:lnTo>
                  <a:lnTo>
                    <a:pt x="2237765" y="29883"/>
                  </a:lnTo>
                  <a:lnTo>
                    <a:pt x="2233803" y="23037"/>
                  </a:lnTo>
                  <a:lnTo>
                    <a:pt x="2229840" y="15836"/>
                  </a:lnTo>
                  <a:lnTo>
                    <a:pt x="2224074" y="10083"/>
                  </a:lnTo>
                  <a:lnTo>
                    <a:pt x="2217242" y="6121"/>
                  </a:lnTo>
                  <a:lnTo>
                    <a:pt x="2210041" y="2159"/>
                  </a:lnTo>
                  <a:lnTo>
                    <a:pt x="2202116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1519" y="2423160"/>
              <a:ext cx="2240280" cy="384175"/>
            </a:xfrm>
            <a:custGeom>
              <a:avLst/>
              <a:gdLst/>
              <a:ahLst/>
              <a:cxnLst/>
              <a:rect l="l" t="t" r="r" b="b"/>
              <a:pathLst>
                <a:path w="2240280" h="384175">
                  <a:moveTo>
                    <a:pt x="0" y="45719"/>
                  </a:moveTo>
                  <a:lnTo>
                    <a:pt x="0" y="37795"/>
                  </a:lnTo>
                  <a:lnTo>
                    <a:pt x="2159" y="29883"/>
                  </a:lnTo>
                  <a:lnTo>
                    <a:pt x="6121" y="22682"/>
                  </a:lnTo>
                  <a:lnTo>
                    <a:pt x="10083" y="15836"/>
                  </a:lnTo>
                  <a:lnTo>
                    <a:pt x="15836" y="10083"/>
                  </a:lnTo>
                  <a:lnTo>
                    <a:pt x="23037" y="6121"/>
                  </a:lnTo>
                  <a:lnTo>
                    <a:pt x="29883" y="2159"/>
                  </a:lnTo>
                  <a:lnTo>
                    <a:pt x="37795" y="0"/>
                  </a:lnTo>
                  <a:lnTo>
                    <a:pt x="45720" y="0"/>
                  </a:lnTo>
                  <a:lnTo>
                    <a:pt x="2194204" y="0"/>
                  </a:lnTo>
                  <a:lnTo>
                    <a:pt x="2202116" y="0"/>
                  </a:lnTo>
                  <a:lnTo>
                    <a:pt x="2210041" y="2159"/>
                  </a:lnTo>
                  <a:lnTo>
                    <a:pt x="2217242" y="6121"/>
                  </a:lnTo>
                  <a:lnTo>
                    <a:pt x="2224074" y="10083"/>
                  </a:lnTo>
                  <a:lnTo>
                    <a:pt x="2229840" y="15836"/>
                  </a:lnTo>
                  <a:lnTo>
                    <a:pt x="2233803" y="23037"/>
                  </a:lnTo>
                  <a:lnTo>
                    <a:pt x="2237765" y="29883"/>
                  </a:lnTo>
                  <a:lnTo>
                    <a:pt x="2239924" y="37795"/>
                  </a:lnTo>
                  <a:lnTo>
                    <a:pt x="2239924" y="45719"/>
                  </a:lnTo>
                  <a:lnTo>
                    <a:pt x="2240280" y="338035"/>
                  </a:lnTo>
                  <a:lnTo>
                    <a:pt x="2240280" y="345960"/>
                  </a:lnTo>
                  <a:lnTo>
                    <a:pt x="2238121" y="353885"/>
                  </a:lnTo>
                  <a:lnTo>
                    <a:pt x="2234158" y="361073"/>
                  </a:lnTo>
                  <a:lnTo>
                    <a:pt x="2230196" y="367918"/>
                  </a:lnTo>
                  <a:lnTo>
                    <a:pt x="2224443" y="373684"/>
                  </a:lnTo>
                  <a:lnTo>
                    <a:pt x="2217242" y="377634"/>
                  </a:lnTo>
                  <a:lnTo>
                    <a:pt x="2210396" y="381596"/>
                  </a:lnTo>
                  <a:lnTo>
                    <a:pt x="2202484" y="383755"/>
                  </a:lnTo>
                  <a:lnTo>
                    <a:pt x="2194560" y="383755"/>
                  </a:lnTo>
                  <a:lnTo>
                    <a:pt x="45720" y="384124"/>
                  </a:lnTo>
                  <a:lnTo>
                    <a:pt x="37795" y="384124"/>
                  </a:lnTo>
                  <a:lnTo>
                    <a:pt x="29883" y="381965"/>
                  </a:lnTo>
                  <a:lnTo>
                    <a:pt x="22682" y="378002"/>
                  </a:lnTo>
                  <a:lnTo>
                    <a:pt x="15836" y="374040"/>
                  </a:lnTo>
                  <a:lnTo>
                    <a:pt x="10083" y="368274"/>
                  </a:lnTo>
                  <a:lnTo>
                    <a:pt x="6121" y="361073"/>
                  </a:lnTo>
                  <a:lnTo>
                    <a:pt x="2159" y="354241"/>
                  </a:lnTo>
                  <a:lnTo>
                    <a:pt x="0" y="346316"/>
                  </a:lnTo>
                  <a:lnTo>
                    <a:pt x="0" y="338404"/>
                  </a:lnTo>
                  <a:lnTo>
                    <a:pt x="0" y="45719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09904" y="2510891"/>
            <a:ext cx="1852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ls</a:t>
            </a:r>
            <a:r>
              <a:rPr sz="1200" spc="-2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|</a:t>
            </a:r>
            <a:r>
              <a:rPr sz="1200" spc="-2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grep</a:t>
            </a:r>
            <a:r>
              <a:rPr sz="1200" spc="-2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.c</a:t>
            </a:r>
            <a:r>
              <a:rPr sz="1200" spc="-2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|</a:t>
            </a:r>
            <a:r>
              <a:rPr sz="1200" spc="-2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wc</a:t>
            </a:r>
            <a:r>
              <a:rPr sz="1200" spc="-20" dirty="0">
                <a:solidFill>
                  <a:srgbClr val="21D2ED"/>
                </a:solidFill>
                <a:latin typeface="Courier New"/>
                <a:cs typeface="Courier New"/>
              </a:rPr>
              <a:t> -</a:t>
            </a:r>
            <a:r>
              <a:rPr sz="1200" spc="-50" dirty="0">
                <a:solidFill>
                  <a:srgbClr val="21D2ED"/>
                </a:solidFill>
                <a:latin typeface="Courier New"/>
                <a:cs typeface="Courier New"/>
              </a:rPr>
              <a:t>l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181680" y="1182369"/>
            <a:ext cx="2795905" cy="1887220"/>
            <a:chOff x="3181680" y="1182369"/>
            <a:chExt cx="2795905" cy="1887220"/>
          </a:xfrm>
        </p:grpSpPr>
        <p:sp>
          <p:nvSpPr>
            <p:cNvPr id="15" name="object 15"/>
            <p:cNvSpPr/>
            <p:nvPr/>
          </p:nvSpPr>
          <p:spPr>
            <a:xfrm>
              <a:off x="3181680" y="2102764"/>
              <a:ext cx="155575" cy="274320"/>
            </a:xfrm>
            <a:custGeom>
              <a:avLst/>
              <a:gdLst/>
              <a:ahLst/>
              <a:cxnLst/>
              <a:rect l="l" t="t" r="r" b="b"/>
              <a:pathLst>
                <a:path w="155575" h="274319">
                  <a:moveTo>
                    <a:pt x="77762" y="0"/>
                  </a:moveTo>
                  <a:lnTo>
                    <a:pt x="0" y="0"/>
                  </a:lnTo>
                  <a:lnTo>
                    <a:pt x="77762" y="137160"/>
                  </a:lnTo>
                  <a:lnTo>
                    <a:pt x="0" y="274320"/>
                  </a:lnTo>
                  <a:lnTo>
                    <a:pt x="77762" y="274320"/>
                  </a:lnTo>
                  <a:lnTo>
                    <a:pt x="155524" y="137160"/>
                  </a:lnTo>
                  <a:lnTo>
                    <a:pt x="77762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64915" y="1188719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253260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01444"/>
                  </a:lnTo>
                  <a:lnTo>
                    <a:pt x="594" y="1810715"/>
                  </a:lnTo>
                  <a:lnTo>
                    <a:pt x="607" y="1810920"/>
                  </a:lnTo>
                  <a:lnTo>
                    <a:pt x="2395" y="1820116"/>
                  </a:lnTo>
                  <a:lnTo>
                    <a:pt x="2430" y="1820295"/>
                  </a:lnTo>
                  <a:lnTo>
                    <a:pt x="28555" y="1859415"/>
                  </a:lnTo>
                  <a:lnTo>
                    <a:pt x="73088" y="1874519"/>
                  </a:lnTo>
                  <a:lnTo>
                    <a:pt x="2532964" y="1874164"/>
                  </a:lnTo>
                  <a:lnTo>
                    <a:pt x="2577341" y="1859060"/>
                  </a:lnTo>
                  <a:lnTo>
                    <a:pt x="2603551" y="1820295"/>
                  </a:lnTo>
                  <a:lnTo>
                    <a:pt x="2603611" y="1820116"/>
                  </a:lnTo>
                  <a:lnTo>
                    <a:pt x="2605392" y="1810920"/>
                  </a:lnTo>
                  <a:lnTo>
                    <a:pt x="2605432" y="1810715"/>
                  </a:lnTo>
                  <a:lnTo>
                    <a:pt x="2606016" y="1801444"/>
                  </a:lnTo>
                  <a:lnTo>
                    <a:pt x="2606040" y="1801075"/>
                  </a:lnTo>
                  <a:lnTo>
                    <a:pt x="2605684" y="73075"/>
                  </a:lnTo>
                  <a:lnTo>
                    <a:pt x="2590585" y="28705"/>
                  </a:lnTo>
                  <a:lnTo>
                    <a:pt x="2551637" y="2428"/>
                  </a:lnTo>
                  <a:lnTo>
                    <a:pt x="2542240" y="607"/>
                  </a:lnTo>
                  <a:lnTo>
                    <a:pt x="2532608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64915" y="1188719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532608" y="0"/>
                  </a:lnTo>
                  <a:lnTo>
                    <a:pt x="2577129" y="15104"/>
                  </a:lnTo>
                  <a:lnTo>
                    <a:pt x="2603255" y="54224"/>
                  </a:lnTo>
                  <a:lnTo>
                    <a:pt x="2605684" y="73075"/>
                  </a:lnTo>
                  <a:lnTo>
                    <a:pt x="2606040" y="1801075"/>
                  </a:lnTo>
                  <a:lnTo>
                    <a:pt x="2605432" y="1810715"/>
                  </a:lnTo>
                  <a:lnTo>
                    <a:pt x="2603611" y="1820116"/>
                  </a:lnTo>
                  <a:lnTo>
                    <a:pt x="2577341" y="1859060"/>
                  </a:lnTo>
                  <a:lnTo>
                    <a:pt x="2532964" y="1874164"/>
                  </a:lnTo>
                  <a:lnTo>
                    <a:pt x="73088" y="1874519"/>
                  </a:lnTo>
                  <a:lnTo>
                    <a:pt x="28555" y="1859415"/>
                  </a:lnTo>
                  <a:lnTo>
                    <a:pt x="2430" y="1820295"/>
                  </a:lnTo>
                  <a:lnTo>
                    <a:pt x="0" y="1801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01720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4" y="7739"/>
                  </a:lnTo>
                  <a:lnTo>
                    <a:pt x="114477" y="30594"/>
                  </a:lnTo>
                  <a:lnTo>
                    <a:pt x="67006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9" y="367871"/>
                  </a:lnTo>
                  <a:lnTo>
                    <a:pt x="89478" y="409900"/>
                  </a:lnTo>
                  <a:lnTo>
                    <a:pt x="141269" y="439883"/>
                  </a:lnTo>
                  <a:lnTo>
                    <a:pt x="198772" y="455253"/>
                  </a:lnTo>
                  <a:lnTo>
                    <a:pt x="228600" y="457200"/>
                  </a:lnTo>
                  <a:lnTo>
                    <a:pt x="258433" y="455253"/>
                  </a:lnTo>
                  <a:lnTo>
                    <a:pt x="316080" y="439883"/>
                  </a:lnTo>
                  <a:lnTo>
                    <a:pt x="367871" y="409900"/>
                  </a:lnTo>
                  <a:lnTo>
                    <a:pt x="409905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5" y="89473"/>
                  </a:lnTo>
                  <a:lnTo>
                    <a:pt x="367871" y="47297"/>
                  </a:lnTo>
                  <a:lnTo>
                    <a:pt x="316080" y="17311"/>
                  </a:lnTo>
                  <a:lnTo>
                    <a:pt x="258433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59301" y="140426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50E1E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37660" y="1419390"/>
            <a:ext cx="15411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6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Parsing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34740" y="1907539"/>
            <a:ext cx="2244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commands: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41090" y="2233574"/>
            <a:ext cx="2253615" cy="726440"/>
            <a:chOff x="3541090" y="2233574"/>
            <a:chExt cx="2253615" cy="726440"/>
          </a:xfrm>
        </p:grpSpPr>
        <p:sp>
          <p:nvSpPr>
            <p:cNvPr id="23" name="object 23"/>
            <p:cNvSpPr/>
            <p:nvPr/>
          </p:nvSpPr>
          <p:spPr>
            <a:xfrm>
              <a:off x="3547440" y="2239924"/>
              <a:ext cx="2240915" cy="713740"/>
            </a:xfrm>
            <a:custGeom>
              <a:avLst/>
              <a:gdLst/>
              <a:ahLst/>
              <a:cxnLst/>
              <a:rect l="l" t="t" r="r" b="b"/>
              <a:pathLst>
                <a:path w="2240915" h="713739">
                  <a:moveTo>
                    <a:pt x="38163" y="0"/>
                  </a:move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675716"/>
                  </a:lnTo>
                  <a:lnTo>
                    <a:pt x="2158" y="683640"/>
                  </a:lnTo>
                  <a:lnTo>
                    <a:pt x="6121" y="690841"/>
                  </a:lnTo>
                  <a:lnTo>
                    <a:pt x="10083" y="697674"/>
                  </a:lnTo>
                  <a:lnTo>
                    <a:pt x="15836" y="703440"/>
                  </a:lnTo>
                  <a:lnTo>
                    <a:pt x="23037" y="707389"/>
                  </a:lnTo>
                  <a:lnTo>
                    <a:pt x="29883" y="711352"/>
                  </a:lnTo>
                  <a:lnTo>
                    <a:pt x="37795" y="713511"/>
                  </a:lnTo>
                  <a:lnTo>
                    <a:pt x="2202840" y="713511"/>
                  </a:lnTo>
                  <a:lnTo>
                    <a:pt x="2234514" y="690473"/>
                  </a:lnTo>
                  <a:lnTo>
                    <a:pt x="2238476" y="683640"/>
                  </a:lnTo>
                  <a:lnTo>
                    <a:pt x="2240635" y="675716"/>
                  </a:lnTo>
                  <a:lnTo>
                    <a:pt x="2240538" y="37795"/>
                  </a:lnTo>
                  <a:lnTo>
                    <a:pt x="2238476" y="30238"/>
                  </a:lnTo>
                  <a:lnTo>
                    <a:pt x="2234514" y="23037"/>
                  </a:lnTo>
                  <a:lnTo>
                    <a:pt x="2230564" y="16192"/>
                  </a:lnTo>
                  <a:lnTo>
                    <a:pt x="2224798" y="10439"/>
                  </a:lnTo>
                  <a:lnTo>
                    <a:pt x="2217597" y="6476"/>
                  </a:lnTo>
                  <a:lnTo>
                    <a:pt x="2210765" y="2514"/>
                  </a:lnTo>
                  <a:lnTo>
                    <a:pt x="2202840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47440" y="2239924"/>
              <a:ext cx="2240915" cy="713740"/>
            </a:xfrm>
            <a:custGeom>
              <a:avLst/>
              <a:gdLst/>
              <a:ahLst/>
              <a:cxnLst/>
              <a:rect l="l" t="t" r="r" b="b"/>
              <a:pathLst>
                <a:path w="2240915" h="713739">
                  <a:moveTo>
                    <a:pt x="355" y="45719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2194915" y="355"/>
                  </a:lnTo>
                  <a:lnTo>
                    <a:pt x="2202840" y="355"/>
                  </a:lnTo>
                  <a:lnTo>
                    <a:pt x="2210765" y="2514"/>
                  </a:lnTo>
                  <a:lnTo>
                    <a:pt x="2217597" y="6476"/>
                  </a:lnTo>
                  <a:lnTo>
                    <a:pt x="2224798" y="10439"/>
                  </a:lnTo>
                  <a:lnTo>
                    <a:pt x="2230564" y="16192"/>
                  </a:lnTo>
                  <a:lnTo>
                    <a:pt x="2234514" y="23037"/>
                  </a:lnTo>
                  <a:lnTo>
                    <a:pt x="2238476" y="30238"/>
                  </a:lnTo>
                  <a:lnTo>
                    <a:pt x="2240635" y="38150"/>
                  </a:lnTo>
                  <a:lnTo>
                    <a:pt x="2240635" y="46075"/>
                  </a:lnTo>
                  <a:lnTo>
                    <a:pt x="2240635" y="667791"/>
                  </a:lnTo>
                  <a:lnTo>
                    <a:pt x="2240635" y="675716"/>
                  </a:lnTo>
                  <a:lnTo>
                    <a:pt x="2238476" y="683640"/>
                  </a:lnTo>
                  <a:lnTo>
                    <a:pt x="2234514" y="690473"/>
                  </a:lnTo>
                  <a:lnTo>
                    <a:pt x="2230564" y="697674"/>
                  </a:lnTo>
                  <a:lnTo>
                    <a:pt x="2224798" y="703440"/>
                  </a:lnTo>
                  <a:lnTo>
                    <a:pt x="2217966" y="707389"/>
                  </a:lnTo>
                  <a:lnTo>
                    <a:pt x="2210765" y="711352"/>
                  </a:lnTo>
                  <a:lnTo>
                    <a:pt x="2202840" y="713511"/>
                  </a:lnTo>
                  <a:lnTo>
                    <a:pt x="2194915" y="713511"/>
                  </a:lnTo>
                  <a:lnTo>
                    <a:pt x="45719" y="713511"/>
                  </a:lnTo>
                  <a:lnTo>
                    <a:pt x="37795" y="713511"/>
                  </a:lnTo>
                  <a:lnTo>
                    <a:pt x="29883" y="711352"/>
                  </a:lnTo>
                  <a:lnTo>
                    <a:pt x="23037" y="707389"/>
                  </a:lnTo>
                  <a:lnTo>
                    <a:pt x="15836" y="703440"/>
                  </a:lnTo>
                  <a:lnTo>
                    <a:pt x="10083" y="697674"/>
                  </a:lnTo>
                  <a:lnTo>
                    <a:pt x="6121" y="690841"/>
                  </a:lnTo>
                  <a:lnTo>
                    <a:pt x="2158" y="683640"/>
                  </a:lnTo>
                  <a:lnTo>
                    <a:pt x="0" y="675716"/>
                  </a:lnTo>
                  <a:lnTo>
                    <a:pt x="0" y="667791"/>
                  </a:lnTo>
                  <a:lnTo>
                    <a:pt x="355" y="45719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26180" y="2309660"/>
            <a:ext cx="6654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1D2ED"/>
                </a:solidFill>
                <a:latin typeface="Courier New"/>
                <a:cs typeface="Courier New"/>
              </a:rPr>
              <a:t>ls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grep</a:t>
            </a:r>
            <a:r>
              <a:rPr sz="1200" spc="-5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21D2ED"/>
                </a:solidFill>
                <a:latin typeface="Courier New"/>
                <a:cs typeface="Courier New"/>
              </a:rPr>
              <a:t>.c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wc</a:t>
            </a:r>
            <a:r>
              <a:rPr sz="1200" spc="-20" dirty="0">
                <a:solidFill>
                  <a:srgbClr val="21D2ED"/>
                </a:solidFill>
                <a:latin typeface="Courier New"/>
                <a:cs typeface="Courier New"/>
              </a:rPr>
              <a:t> -</a:t>
            </a:r>
            <a:r>
              <a:rPr sz="1200" spc="-60" dirty="0">
                <a:solidFill>
                  <a:srgbClr val="21D2ED"/>
                </a:solidFill>
                <a:latin typeface="Courier New"/>
                <a:cs typeface="Courier New"/>
              </a:rPr>
              <a:t>l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97955" y="1182369"/>
            <a:ext cx="2795905" cy="1887220"/>
            <a:chOff x="5997955" y="1182369"/>
            <a:chExt cx="2795905" cy="1887220"/>
          </a:xfrm>
        </p:grpSpPr>
        <p:sp>
          <p:nvSpPr>
            <p:cNvPr id="27" name="object 27"/>
            <p:cNvSpPr/>
            <p:nvPr/>
          </p:nvSpPr>
          <p:spPr>
            <a:xfrm>
              <a:off x="5997955" y="2102764"/>
              <a:ext cx="155575" cy="274320"/>
            </a:xfrm>
            <a:custGeom>
              <a:avLst/>
              <a:gdLst/>
              <a:ahLst/>
              <a:cxnLst/>
              <a:rect l="l" t="t" r="r" b="b"/>
              <a:pathLst>
                <a:path w="155575" h="274319">
                  <a:moveTo>
                    <a:pt x="77762" y="0"/>
                  </a:moveTo>
                  <a:lnTo>
                    <a:pt x="0" y="0"/>
                  </a:lnTo>
                  <a:lnTo>
                    <a:pt x="77762" y="137160"/>
                  </a:lnTo>
                  <a:lnTo>
                    <a:pt x="0" y="274320"/>
                  </a:lnTo>
                  <a:lnTo>
                    <a:pt x="77762" y="274320"/>
                  </a:lnTo>
                  <a:lnTo>
                    <a:pt x="155524" y="137160"/>
                  </a:lnTo>
                  <a:lnTo>
                    <a:pt x="77762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81204" y="1188719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25325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01444"/>
                  </a:lnTo>
                  <a:lnTo>
                    <a:pt x="594" y="1810715"/>
                  </a:lnTo>
                  <a:lnTo>
                    <a:pt x="607" y="1810920"/>
                  </a:lnTo>
                  <a:lnTo>
                    <a:pt x="2394" y="1820116"/>
                  </a:lnTo>
                  <a:lnTo>
                    <a:pt x="2428" y="1820295"/>
                  </a:lnTo>
                  <a:lnTo>
                    <a:pt x="28548" y="1859415"/>
                  </a:lnTo>
                  <a:lnTo>
                    <a:pt x="73075" y="1874519"/>
                  </a:lnTo>
                  <a:lnTo>
                    <a:pt x="2532951" y="1874164"/>
                  </a:lnTo>
                  <a:lnTo>
                    <a:pt x="2577329" y="1859060"/>
                  </a:lnTo>
                  <a:lnTo>
                    <a:pt x="2600492" y="1829335"/>
                  </a:lnTo>
                  <a:lnTo>
                    <a:pt x="2600569" y="1829179"/>
                  </a:lnTo>
                  <a:lnTo>
                    <a:pt x="2606016" y="1801444"/>
                  </a:lnTo>
                  <a:lnTo>
                    <a:pt x="2606040" y="1801075"/>
                  </a:lnTo>
                  <a:lnTo>
                    <a:pt x="2605671" y="73075"/>
                  </a:lnTo>
                  <a:lnTo>
                    <a:pt x="2590580" y="28705"/>
                  </a:lnTo>
                  <a:lnTo>
                    <a:pt x="2551630" y="2428"/>
                  </a:lnTo>
                  <a:lnTo>
                    <a:pt x="2542229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81204" y="1188719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532595" y="0"/>
                  </a:lnTo>
                  <a:lnTo>
                    <a:pt x="2577123" y="15104"/>
                  </a:lnTo>
                  <a:lnTo>
                    <a:pt x="2603242" y="54224"/>
                  </a:lnTo>
                  <a:lnTo>
                    <a:pt x="2605671" y="73075"/>
                  </a:lnTo>
                  <a:lnTo>
                    <a:pt x="2606040" y="1801075"/>
                  </a:lnTo>
                  <a:lnTo>
                    <a:pt x="2605432" y="1810715"/>
                  </a:lnTo>
                  <a:lnTo>
                    <a:pt x="2603609" y="1820116"/>
                  </a:lnTo>
                  <a:lnTo>
                    <a:pt x="2577329" y="1859060"/>
                  </a:lnTo>
                  <a:lnTo>
                    <a:pt x="2532951" y="1874164"/>
                  </a:lnTo>
                  <a:lnTo>
                    <a:pt x="73075" y="1874519"/>
                  </a:lnTo>
                  <a:lnTo>
                    <a:pt x="28548" y="1859415"/>
                  </a:lnTo>
                  <a:lnTo>
                    <a:pt x="2428" y="1820295"/>
                  </a:lnTo>
                  <a:lnTo>
                    <a:pt x="0" y="1801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317995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39"/>
                  </a:lnTo>
                  <a:lnTo>
                    <a:pt x="114477" y="30594"/>
                  </a:lnTo>
                  <a:lnTo>
                    <a:pt x="67008" y="67002"/>
                  </a:lnTo>
                  <a:lnTo>
                    <a:pt x="30606" y="114477"/>
                  </a:lnTo>
                  <a:lnTo>
                    <a:pt x="7740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6" y="316075"/>
                  </a:lnTo>
                  <a:lnTo>
                    <a:pt x="47305" y="367871"/>
                  </a:lnTo>
                  <a:lnTo>
                    <a:pt x="89478" y="409900"/>
                  </a:lnTo>
                  <a:lnTo>
                    <a:pt x="141274" y="439883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3"/>
                  </a:lnTo>
                  <a:lnTo>
                    <a:pt x="367876" y="409900"/>
                  </a:lnTo>
                  <a:lnTo>
                    <a:pt x="409907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7" y="89473"/>
                  </a:lnTo>
                  <a:lnTo>
                    <a:pt x="367876" y="47297"/>
                  </a:lnTo>
                  <a:lnTo>
                    <a:pt x="316082" y="17311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475577" y="140426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50E1E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53935" y="1419390"/>
            <a:ext cx="1151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Pipe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51015" y="1907539"/>
            <a:ext cx="22828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pipes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(one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fewer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commands).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814599" y="1182420"/>
            <a:ext cx="2795905" cy="1887220"/>
            <a:chOff x="8814599" y="1182420"/>
            <a:chExt cx="2795905" cy="1887220"/>
          </a:xfrm>
        </p:grpSpPr>
        <p:sp>
          <p:nvSpPr>
            <p:cNvPr id="35" name="object 35"/>
            <p:cNvSpPr/>
            <p:nvPr/>
          </p:nvSpPr>
          <p:spPr>
            <a:xfrm>
              <a:off x="8814599" y="2102764"/>
              <a:ext cx="155575" cy="274320"/>
            </a:xfrm>
            <a:custGeom>
              <a:avLst/>
              <a:gdLst/>
              <a:ahLst/>
              <a:cxnLst/>
              <a:rect l="l" t="t" r="r" b="b"/>
              <a:pathLst>
                <a:path w="155575" h="274319">
                  <a:moveTo>
                    <a:pt x="77762" y="0"/>
                  </a:moveTo>
                  <a:lnTo>
                    <a:pt x="0" y="0"/>
                  </a:lnTo>
                  <a:lnTo>
                    <a:pt x="77762" y="137160"/>
                  </a:lnTo>
                  <a:lnTo>
                    <a:pt x="0" y="274320"/>
                  </a:lnTo>
                  <a:lnTo>
                    <a:pt x="77762" y="274320"/>
                  </a:lnTo>
                  <a:lnTo>
                    <a:pt x="155524" y="137160"/>
                  </a:lnTo>
                  <a:lnTo>
                    <a:pt x="77762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997835" y="1188719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253260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01444"/>
                  </a:lnTo>
                  <a:lnTo>
                    <a:pt x="5417" y="1829179"/>
                  </a:lnTo>
                  <a:lnTo>
                    <a:pt x="5470" y="1829335"/>
                  </a:lnTo>
                  <a:lnTo>
                    <a:pt x="36360" y="1864804"/>
                  </a:lnTo>
                  <a:lnTo>
                    <a:pt x="73088" y="1874519"/>
                  </a:lnTo>
                  <a:lnTo>
                    <a:pt x="2532964" y="1874164"/>
                  </a:lnTo>
                  <a:lnTo>
                    <a:pt x="2577341" y="1859060"/>
                  </a:lnTo>
                  <a:lnTo>
                    <a:pt x="2600498" y="1829335"/>
                  </a:lnTo>
                  <a:lnTo>
                    <a:pt x="2600575" y="1829179"/>
                  </a:lnTo>
                  <a:lnTo>
                    <a:pt x="2603551" y="1820295"/>
                  </a:lnTo>
                  <a:lnTo>
                    <a:pt x="2603611" y="1820116"/>
                  </a:lnTo>
                  <a:lnTo>
                    <a:pt x="2605392" y="1810920"/>
                  </a:lnTo>
                  <a:lnTo>
                    <a:pt x="2605432" y="1810715"/>
                  </a:lnTo>
                  <a:lnTo>
                    <a:pt x="2606016" y="1801444"/>
                  </a:lnTo>
                  <a:lnTo>
                    <a:pt x="2606040" y="1801075"/>
                  </a:lnTo>
                  <a:lnTo>
                    <a:pt x="2605684" y="73075"/>
                  </a:lnTo>
                  <a:lnTo>
                    <a:pt x="2590585" y="28705"/>
                  </a:lnTo>
                  <a:lnTo>
                    <a:pt x="2551637" y="2428"/>
                  </a:lnTo>
                  <a:lnTo>
                    <a:pt x="2542240" y="607"/>
                  </a:lnTo>
                  <a:lnTo>
                    <a:pt x="2532608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997835" y="1188719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532608" y="0"/>
                  </a:lnTo>
                  <a:lnTo>
                    <a:pt x="2577129" y="15104"/>
                  </a:lnTo>
                  <a:lnTo>
                    <a:pt x="2603255" y="54224"/>
                  </a:lnTo>
                  <a:lnTo>
                    <a:pt x="2605684" y="73075"/>
                  </a:lnTo>
                  <a:lnTo>
                    <a:pt x="2606040" y="1801075"/>
                  </a:lnTo>
                  <a:lnTo>
                    <a:pt x="2605432" y="1810715"/>
                  </a:lnTo>
                  <a:lnTo>
                    <a:pt x="2603611" y="1820116"/>
                  </a:lnTo>
                  <a:lnTo>
                    <a:pt x="2577341" y="1859060"/>
                  </a:lnTo>
                  <a:lnTo>
                    <a:pt x="2532964" y="1874164"/>
                  </a:lnTo>
                  <a:lnTo>
                    <a:pt x="73088" y="1874519"/>
                  </a:lnTo>
                  <a:lnTo>
                    <a:pt x="28555" y="1859415"/>
                  </a:lnTo>
                  <a:lnTo>
                    <a:pt x="2430" y="1820295"/>
                  </a:lnTo>
                  <a:lnTo>
                    <a:pt x="0" y="1801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134639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4" y="7739"/>
                  </a:lnTo>
                  <a:lnTo>
                    <a:pt x="114477" y="30594"/>
                  </a:lnTo>
                  <a:lnTo>
                    <a:pt x="67006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9" y="367871"/>
                  </a:lnTo>
                  <a:lnTo>
                    <a:pt x="89478" y="409900"/>
                  </a:lnTo>
                  <a:lnTo>
                    <a:pt x="141269" y="439883"/>
                  </a:lnTo>
                  <a:lnTo>
                    <a:pt x="198772" y="455253"/>
                  </a:lnTo>
                  <a:lnTo>
                    <a:pt x="228600" y="457200"/>
                  </a:lnTo>
                  <a:lnTo>
                    <a:pt x="258433" y="455253"/>
                  </a:lnTo>
                  <a:lnTo>
                    <a:pt x="316080" y="439883"/>
                  </a:lnTo>
                  <a:lnTo>
                    <a:pt x="367871" y="409900"/>
                  </a:lnTo>
                  <a:lnTo>
                    <a:pt x="409905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5" y="89473"/>
                  </a:lnTo>
                  <a:lnTo>
                    <a:pt x="367871" y="47297"/>
                  </a:lnTo>
                  <a:lnTo>
                    <a:pt x="316080" y="17311"/>
                  </a:lnTo>
                  <a:lnTo>
                    <a:pt x="258433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292221" y="140426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50E1E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670580" y="1419390"/>
            <a:ext cx="141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67659" y="1907539"/>
            <a:ext cx="18827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Parent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child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D2ED"/>
                </a:solidFill>
                <a:latin typeface="Courier New"/>
                <a:cs typeface="Courier New"/>
              </a:rPr>
              <a:t>fork()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42290" y="3285490"/>
            <a:ext cx="2618740" cy="1887220"/>
            <a:chOff x="542290" y="3285490"/>
            <a:chExt cx="2618740" cy="1887220"/>
          </a:xfrm>
        </p:grpSpPr>
        <p:sp>
          <p:nvSpPr>
            <p:cNvPr id="43" name="object 43"/>
            <p:cNvSpPr/>
            <p:nvPr/>
          </p:nvSpPr>
          <p:spPr>
            <a:xfrm>
              <a:off x="548640" y="3291840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01444"/>
                  </a:lnTo>
                  <a:lnTo>
                    <a:pt x="594" y="1810715"/>
                  </a:lnTo>
                  <a:lnTo>
                    <a:pt x="607" y="1810920"/>
                  </a:lnTo>
                  <a:lnTo>
                    <a:pt x="2394" y="1820116"/>
                  </a:lnTo>
                  <a:lnTo>
                    <a:pt x="2428" y="1820295"/>
                  </a:lnTo>
                  <a:lnTo>
                    <a:pt x="5412" y="1829179"/>
                  </a:lnTo>
                  <a:lnTo>
                    <a:pt x="5464" y="1829335"/>
                  </a:lnTo>
                  <a:lnTo>
                    <a:pt x="9715" y="1837804"/>
                  </a:lnTo>
                  <a:lnTo>
                    <a:pt x="44984" y="1869055"/>
                  </a:lnTo>
                  <a:lnTo>
                    <a:pt x="73075" y="1874520"/>
                  </a:lnTo>
                  <a:lnTo>
                    <a:pt x="2532964" y="1874164"/>
                  </a:lnTo>
                  <a:lnTo>
                    <a:pt x="2577334" y="1859060"/>
                  </a:lnTo>
                  <a:lnTo>
                    <a:pt x="2600498" y="1829335"/>
                  </a:lnTo>
                  <a:lnTo>
                    <a:pt x="2600575" y="1829179"/>
                  </a:lnTo>
                  <a:lnTo>
                    <a:pt x="2603551" y="1820295"/>
                  </a:lnTo>
                  <a:lnTo>
                    <a:pt x="2603611" y="1820116"/>
                  </a:lnTo>
                  <a:lnTo>
                    <a:pt x="2605392" y="1810920"/>
                  </a:lnTo>
                  <a:lnTo>
                    <a:pt x="2605432" y="1810715"/>
                  </a:lnTo>
                  <a:lnTo>
                    <a:pt x="2606016" y="1801444"/>
                  </a:lnTo>
                  <a:lnTo>
                    <a:pt x="2606040" y="1801075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8640" y="3291840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532595" y="0"/>
                  </a:lnTo>
                  <a:lnTo>
                    <a:pt x="2577128" y="15104"/>
                  </a:lnTo>
                  <a:lnTo>
                    <a:pt x="2603253" y="54224"/>
                  </a:lnTo>
                  <a:lnTo>
                    <a:pt x="2605684" y="73075"/>
                  </a:lnTo>
                  <a:lnTo>
                    <a:pt x="2606040" y="1801075"/>
                  </a:lnTo>
                  <a:lnTo>
                    <a:pt x="2605432" y="1810715"/>
                  </a:lnTo>
                  <a:lnTo>
                    <a:pt x="2603611" y="1820116"/>
                  </a:lnTo>
                  <a:lnTo>
                    <a:pt x="2577334" y="1859060"/>
                  </a:lnTo>
                  <a:lnTo>
                    <a:pt x="2532964" y="1874164"/>
                  </a:lnTo>
                  <a:lnTo>
                    <a:pt x="73075" y="1874520"/>
                  </a:lnTo>
                  <a:lnTo>
                    <a:pt x="28555" y="1859415"/>
                  </a:lnTo>
                  <a:lnTo>
                    <a:pt x="2428" y="1820295"/>
                  </a:lnTo>
                  <a:lnTo>
                    <a:pt x="0" y="1801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85444" y="34286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599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199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43025" y="350738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50E1E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21384" y="3522510"/>
            <a:ext cx="1312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I/O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Redirection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8464" y="4010659"/>
            <a:ext cx="22275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connected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21D2ED"/>
                </a:solidFill>
                <a:latin typeface="Courier New"/>
                <a:cs typeface="Courier New"/>
              </a:rPr>
              <a:t>dup2()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181680" y="3285490"/>
            <a:ext cx="2795905" cy="1887220"/>
            <a:chOff x="3181680" y="3285490"/>
            <a:chExt cx="2795905" cy="1887220"/>
          </a:xfrm>
        </p:grpSpPr>
        <p:sp>
          <p:nvSpPr>
            <p:cNvPr id="50" name="object 50"/>
            <p:cNvSpPr/>
            <p:nvPr/>
          </p:nvSpPr>
          <p:spPr>
            <a:xfrm>
              <a:off x="3181680" y="4205884"/>
              <a:ext cx="155575" cy="274320"/>
            </a:xfrm>
            <a:custGeom>
              <a:avLst/>
              <a:gdLst/>
              <a:ahLst/>
              <a:cxnLst/>
              <a:rect l="l" t="t" r="r" b="b"/>
              <a:pathLst>
                <a:path w="155575" h="274320">
                  <a:moveTo>
                    <a:pt x="77762" y="0"/>
                  </a:moveTo>
                  <a:lnTo>
                    <a:pt x="0" y="0"/>
                  </a:lnTo>
                  <a:lnTo>
                    <a:pt x="77762" y="137159"/>
                  </a:lnTo>
                  <a:lnTo>
                    <a:pt x="0" y="274319"/>
                  </a:lnTo>
                  <a:lnTo>
                    <a:pt x="77762" y="274319"/>
                  </a:lnTo>
                  <a:lnTo>
                    <a:pt x="155524" y="137159"/>
                  </a:lnTo>
                  <a:lnTo>
                    <a:pt x="77762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364915" y="3291840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253260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01444"/>
                  </a:lnTo>
                  <a:lnTo>
                    <a:pt x="594" y="1810715"/>
                  </a:lnTo>
                  <a:lnTo>
                    <a:pt x="607" y="1810920"/>
                  </a:lnTo>
                  <a:lnTo>
                    <a:pt x="2395" y="1820116"/>
                  </a:lnTo>
                  <a:lnTo>
                    <a:pt x="2430" y="1820295"/>
                  </a:lnTo>
                  <a:lnTo>
                    <a:pt x="5417" y="1829179"/>
                  </a:lnTo>
                  <a:lnTo>
                    <a:pt x="5470" y="1829335"/>
                  </a:lnTo>
                  <a:lnTo>
                    <a:pt x="9728" y="1837804"/>
                  </a:lnTo>
                  <a:lnTo>
                    <a:pt x="44984" y="1869055"/>
                  </a:lnTo>
                  <a:lnTo>
                    <a:pt x="73088" y="1874520"/>
                  </a:lnTo>
                  <a:lnTo>
                    <a:pt x="2532964" y="1874164"/>
                  </a:lnTo>
                  <a:lnTo>
                    <a:pt x="2577341" y="1859060"/>
                  </a:lnTo>
                  <a:lnTo>
                    <a:pt x="2600498" y="1829335"/>
                  </a:lnTo>
                  <a:lnTo>
                    <a:pt x="2600575" y="1829179"/>
                  </a:lnTo>
                  <a:lnTo>
                    <a:pt x="2603551" y="1820295"/>
                  </a:lnTo>
                  <a:lnTo>
                    <a:pt x="2603611" y="1820116"/>
                  </a:lnTo>
                  <a:lnTo>
                    <a:pt x="2605392" y="1810920"/>
                  </a:lnTo>
                  <a:lnTo>
                    <a:pt x="2605432" y="1810715"/>
                  </a:lnTo>
                  <a:lnTo>
                    <a:pt x="2606016" y="1801444"/>
                  </a:lnTo>
                  <a:lnTo>
                    <a:pt x="2606040" y="1801075"/>
                  </a:lnTo>
                  <a:lnTo>
                    <a:pt x="2605684" y="73075"/>
                  </a:lnTo>
                  <a:lnTo>
                    <a:pt x="2590585" y="28705"/>
                  </a:lnTo>
                  <a:lnTo>
                    <a:pt x="2551637" y="2428"/>
                  </a:lnTo>
                  <a:lnTo>
                    <a:pt x="2542240" y="607"/>
                  </a:lnTo>
                  <a:lnTo>
                    <a:pt x="2532608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64915" y="3291840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532608" y="0"/>
                  </a:lnTo>
                  <a:lnTo>
                    <a:pt x="2577129" y="15104"/>
                  </a:lnTo>
                  <a:lnTo>
                    <a:pt x="2603255" y="54224"/>
                  </a:lnTo>
                  <a:lnTo>
                    <a:pt x="2605684" y="73075"/>
                  </a:lnTo>
                  <a:lnTo>
                    <a:pt x="2606040" y="1801075"/>
                  </a:lnTo>
                  <a:lnTo>
                    <a:pt x="2605432" y="1810715"/>
                  </a:lnTo>
                  <a:lnTo>
                    <a:pt x="2603611" y="1820116"/>
                  </a:lnTo>
                  <a:lnTo>
                    <a:pt x="2577341" y="1859060"/>
                  </a:lnTo>
                  <a:lnTo>
                    <a:pt x="2532964" y="1874164"/>
                  </a:lnTo>
                  <a:lnTo>
                    <a:pt x="73088" y="1874520"/>
                  </a:lnTo>
                  <a:lnTo>
                    <a:pt x="28555" y="1859415"/>
                  </a:lnTo>
                  <a:lnTo>
                    <a:pt x="2430" y="1820295"/>
                  </a:lnTo>
                  <a:lnTo>
                    <a:pt x="0" y="1801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01720" y="34286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4" y="7739"/>
                  </a:lnTo>
                  <a:lnTo>
                    <a:pt x="114477" y="30594"/>
                  </a:lnTo>
                  <a:lnTo>
                    <a:pt x="67006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9" y="367871"/>
                  </a:lnTo>
                  <a:lnTo>
                    <a:pt x="89478" y="409900"/>
                  </a:lnTo>
                  <a:lnTo>
                    <a:pt x="141269" y="439883"/>
                  </a:lnTo>
                  <a:lnTo>
                    <a:pt x="198772" y="455253"/>
                  </a:lnTo>
                  <a:lnTo>
                    <a:pt x="228600" y="457200"/>
                  </a:lnTo>
                  <a:lnTo>
                    <a:pt x="258433" y="455253"/>
                  </a:lnTo>
                  <a:lnTo>
                    <a:pt x="316080" y="439883"/>
                  </a:lnTo>
                  <a:lnTo>
                    <a:pt x="367871" y="409900"/>
                  </a:lnTo>
                  <a:lnTo>
                    <a:pt x="409905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5" y="89473"/>
                  </a:lnTo>
                  <a:lnTo>
                    <a:pt x="367871" y="47297"/>
                  </a:lnTo>
                  <a:lnTo>
                    <a:pt x="316080" y="17311"/>
                  </a:lnTo>
                  <a:lnTo>
                    <a:pt x="258433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659301" y="350738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50E1E"/>
                </a:solidFill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037660" y="3522510"/>
            <a:ext cx="1750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6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534740" y="4010659"/>
            <a:ext cx="20828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runs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command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D2ED"/>
                </a:solidFill>
                <a:latin typeface="Courier New"/>
                <a:cs typeface="Courier New"/>
              </a:rPr>
              <a:t>execvp()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997955" y="3285490"/>
            <a:ext cx="2795905" cy="1887220"/>
            <a:chOff x="5997955" y="3285490"/>
            <a:chExt cx="2795905" cy="1887220"/>
          </a:xfrm>
        </p:grpSpPr>
        <p:sp>
          <p:nvSpPr>
            <p:cNvPr id="58" name="object 58"/>
            <p:cNvSpPr/>
            <p:nvPr/>
          </p:nvSpPr>
          <p:spPr>
            <a:xfrm>
              <a:off x="5997955" y="4205884"/>
              <a:ext cx="155575" cy="274320"/>
            </a:xfrm>
            <a:custGeom>
              <a:avLst/>
              <a:gdLst/>
              <a:ahLst/>
              <a:cxnLst/>
              <a:rect l="l" t="t" r="r" b="b"/>
              <a:pathLst>
                <a:path w="155575" h="274320">
                  <a:moveTo>
                    <a:pt x="77762" y="0"/>
                  </a:moveTo>
                  <a:lnTo>
                    <a:pt x="0" y="0"/>
                  </a:lnTo>
                  <a:lnTo>
                    <a:pt x="77762" y="137159"/>
                  </a:lnTo>
                  <a:lnTo>
                    <a:pt x="0" y="274319"/>
                  </a:lnTo>
                  <a:lnTo>
                    <a:pt x="77762" y="274319"/>
                  </a:lnTo>
                  <a:lnTo>
                    <a:pt x="155524" y="137159"/>
                  </a:lnTo>
                  <a:lnTo>
                    <a:pt x="77762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181204" y="3291840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25325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01444"/>
                  </a:lnTo>
                  <a:lnTo>
                    <a:pt x="5412" y="1829179"/>
                  </a:lnTo>
                  <a:lnTo>
                    <a:pt x="5464" y="1829335"/>
                  </a:lnTo>
                  <a:lnTo>
                    <a:pt x="36360" y="1864804"/>
                  </a:lnTo>
                  <a:lnTo>
                    <a:pt x="73075" y="1874520"/>
                  </a:lnTo>
                  <a:lnTo>
                    <a:pt x="2532951" y="1874164"/>
                  </a:lnTo>
                  <a:lnTo>
                    <a:pt x="2577329" y="1859060"/>
                  </a:lnTo>
                  <a:lnTo>
                    <a:pt x="2600492" y="1829335"/>
                  </a:lnTo>
                  <a:lnTo>
                    <a:pt x="2600569" y="1829179"/>
                  </a:lnTo>
                  <a:lnTo>
                    <a:pt x="2606016" y="1801444"/>
                  </a:lnTo>
                  <a:lnTo>
                    <a:pt x="2606040" y="1801075"/>
                  </a:lnTo>
                  <a:lnTo>
                    <a:pt x="2605671" y="73075"/>
                  </a:lnTo>
                  <a:lnTo>
                    <a:pt x="2590580" y="28705"/>
                  </a:lnTo>
                  <a:lnTo>
                    <a:pt x="2551630" y="2428"/>
                  </a:lnTo>
                  <a:lnTo>
                    <a:pt x="2542229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181204" y="3291840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532595" y="0"/>
                  </a:lnTo>
                  <a:lnTo>
                    <a:pt x="2577123" y="15104"/>
                  </a:lnTo>
                  <a:lnTo>
                    <a:pt x="2603242" y="54224"/>
                  </a:lnTo>
                  <a:lnTo>
                    <a:pt x="2605671" y="73075"/>
                  </a:lnTo>
                  <a:lnTo>
                    <a:pt x="2606040" y="1801075"/>
                  </a:lnTo>
                  <a:lnTo>
                    <a:pt x="2605432" y="1810715"/>
                  </a:lnTo>
                  <a:lnTo>
                    <a:pt x="2603609" y="1820116"/>
                  </a:lnTo>
                  <a:lnTo>
                    <a:pt x="2577329" y="1859060"/>
                  </a:lnTo>
                  <a:lnTo>
                    <a:pt x="2532951" y="1874164"/>
                  </a:lnTo>
                  <a:lnTo>
                    <a:pt x="73075" y="1874520"/>
                  </a:lnTo>
                  <a:lnTo>
                    <a:pt x="28548" y="1859415"/>
                  </a:lnTo>
                  <a:lnTo>
                    <a:pt x="2428" y="1820295"/>
                  </a:lnTo>
                  <a:lnTo>
                    <a:pt x="0" y="1801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317995" y="34286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39"/>
                  </a:lnTo>
                  <a:lnTo>
                    <a:pt x="114477" y="30594"/>
                  </a:lnTo>
                  <a:lnTo>
                    <a:pt x="67008" y="67002"/>
                  </a:lnTo>
                  <a:lnTo>
                    <a:pt x="30606" y="114477"/>
                  </a:lnTo>
                  <a:lnTo>
                    <a:pt x="7740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6" y="316075"/>
                  </a:lnTo>
                  <a:lnTo>
                    <a:pt x="47305" y="367871"/>
                  </a:lnTo>
                  <a:lnTo>
                    <a:pt x="89478" y="409900"/>
                  </a:lnTo>
                  <a:lnTo>
                    <a:pt x="141274" y="439883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3"/>
                  </a:lnTo>
                  <a:lnTo>
                    <a:pt x="367876" y="409900"/>
                  </a:lnTo>
                  <a:lnTo>
                    <a:pt x="409907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7" y="89473"/>
                  </a:lnTo>
                  <a:lnTo>
                    <a:pt x="367876" y="47297"/>
                  </a:lnTo>
                  <a:lnTo>
                    <a:pt x="316082" y="17311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475577" y="350738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50E1E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53935" y="3522510"/>
            <a:ext cx="1616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6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Generation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351015" y="4010659"/>
            <a:ext cx="21297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displays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result.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814599" y="3285540"/>
            <a:ext cx="2795905" cy="1887220"/>
            <a:chOff x="8814599" y="3285540"/>
            <a:chExt cx="2795905" cy="1887220"/>
          </a:xfrm>
        </p:grpSpPr>
        <p:sp>
          <p:nvSpPr>
            <p:cNvPr id="66" name="object 66"/>
            <p:cNvSpPr/>
            <p:nvPr/>
          </p:nvSpPr>
          <p:spPr>
            <a:xfrm>
              <a:off x="8814599" y="4205884"/>
              <a:ext cx="155575" cy="274320"/>
            </a:xfrm>
            <a:custGeom>
              <a:avLst/>
              <a:gdLst/>
              <a:ahLst/>
              <a:cxnLst/>
              <a:rect l="l" t="t" r="r" b="b"/>
              <a:pathLst>
                <a:path w="155575" h="274320">
                  <a:moveTo>
                    <a:pt x="77762" y="0"/>
                  </a:moveTo>
                  <a:lnTo>
                    <a:pt x="0" y="0"/>
                  </a:lnTo>
                  <a:lnTo>
                    <a:pt x="77762" y="137159"/>
                  </a:lnTo>
                  <a:lnTo>
                    <a:pt x="0" y="274319"/>
                  </a:lnTo>
                  <a:lnTo>
                    <a:pt x="77762" y="274319"/>
                  </a:lnTo>
                  <a:lnTo>
                    <a:pt x="155524" y="137159"/>
                  </a:lnTo>
                  <a:lnTo>
                    <a:pt x="77762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997835" y="3291840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253260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01444"/>
                  </a:lnTo>
                  <a:lnTo>
                    <a:pt x="594" y="1810715"/>
                  </a:lnTo>
                  <a:lnTo>
                    <a:pt x="607" y="1810920"/>
                  </a:lnTo>
                  <a:lnTo>
                    <a:pt x="2395" y="1820116"/>
                  </a:lnTo>
                  <a:lnTo>
                    <a:pt x="2430" y="1820295"/>
                  </a:lnTo>
                  <a:lnTo>
                    <a:pt x="5417" y="1829179"/>
                  </a:lnTo>
                  <a:lnTo>
                    <a:pt x="5470" y="1829335"/>
                  </a:lnTo>
                  <a:lnTo>
                    <a:pt x="9728" y="1837804"/>
                  </a:lnTo>
                  <a:lnTo>
                    <a:pt x="44984" y="1869055"/>
                  </a:lnTo>
                  <a:lnTo>
                    <a:pt x="73088" y="1874520"/>
                  </a:lnTo>
                  <a:lnTo>
                    <a:pt x="2532964" y="1874164"/>
                  </a:lnTo>
                  <a:lnTo>
                    <a:pt x="2577341" y="1859060"/>
                  </a:lnTo>
                  <a:lnTo>
                    <a:pt x="2603551" y="1820295"/>
                  </a:lnTo>
                  <a:lnTo>
                    <a:pt x="2603611" y="1820116"/>
                  </a:lnTo>
                  <a:lnTo>
                    <a:pt x="2605392" y="1810920"/>
                  </a:lnTo>
                  <a:lnTo>
                    <a:pt x="2605432" y="1810715"/>
                  </a:lnTo>
                  <a:lnTo>
                    <a:pt x="2606016" y="1801444"/>
                  </a:lnTo>
                  <a:lnTo>
                    <a:pt x="2606040" y="1801075"/>
                  </a:lnTo>
                  <a:lnTo>
                    <a:pt x="2605684" y="73075"/>
                  </a:lnTo>
                  <a:lnTo>
                    <a:pt x="2590585" y="28705"/>
                  </a:lnTo>
                  <a:lnTo>
                    <a:pt x="2551637" y="2428"/>
                  </a:lnTo>
                  <a:lnTo>
                    <a:pt x="2542240" y="607"/>
                  </a:lnTo>
                  <a:lnTo>
                    <a:pt x="2532608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997835" y="3291840"/>
              <a:ext cx="2606040" cy="1874520"/>
            </a:xfrm>
            <a:custGeom>
              <a:avLst/>
              <a:gdLst/>
              <a:ahLst/>
              <a:cxnLst/>
              <a:rect l="l" t="t" r="r" b="b"/>
              <a:pathLst>
                <a:path w="2606040" h="187452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532608" y="0"/>
                  </a:lnTo>
                  <a:lnTo>
                    <a:pt x="2577129" y="15104"/>
                  </a:lnTo>
                  <a:lnTo>
                    <a:pt x="2603255" y="54224"/>
                  </a:lnTo>
                  <a:lnTo>
                    <a:pt x="2605684" y="73075"/>
                  </a:lnTo>
                  <a:lnTo>
                    <a:pt x="2606040" y="1801075"/>
                  </a:lnTo>
                  <a:lnTo>
                    <a:pt x="2605432" y="1810715"/>
                  </a:lnTo>
                  <a:lnTo>
                    <a:pt x="2603611" y="1820116"/>
                  </a:lnTo>
                  <a:lnTo>
                    <a:pt x="2577341" y="1859060"/>
                  </a:lnTo>
                  <a:lnTo>
                    <a:pt x="2532964" y="1874164"/>
                  </a:lnTo>
                  <a:lnTo>
                    <a:pt x="73088" y="1874520"/>
                  </a:lnTo>
                  <a:lnTo>
                    <a:pt x="28555" y="1859415"/>
                  </a:lnTo>
                  <a:lnTo>
                    <a:pt x="2430" y="1820295"/>
                  </a:lnTo>
                  <a:lnTo>
                    <a:pt x="0" y="18014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134639" y="34286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4" y="7739"/>
                  </a:lnTo>
                  <a:lnTo>
                    <a:pt x="114477" y="30594"/>
                  </a:lnTo>
                  <a:lnTo>
                    <a:pt x="67006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9" y="367871"/>
                  </a:lnTo>
                  <a:lnTo>
                    <a:pt x="89478" y="409900"/>
                  </a:lnTo>
                  <a:lnTo>
                    <a:pt x="141269" y="439883"/>
                  </a:lnTo>
                  <a:lnTo>
                    <a:pt x="198772" y="455253"/>
                  </a:lnTo>
                  <a:lnTo>
                    <a:pt x="228600" y="457200"/>
                  </a:lnTo>
                  <a:lnTo>
                    <a:pt x="258433" y="455253"/>
                  </a:lnTo>
                  <a:lnTo>
                    <a:pt x="316080" y="439883"/>
                  </a:lnTo>
                  <a:lnTo>
                    <a:pt x="367871" y="409900"/>
                  </a:lnTo>
                  <a:lnTo>
                    <a:pt x="409905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5" y="89473"/>
                  </a:lnTo>
                  <a:lnTo>
                    <a:pt x="367871" y="47297"/>
                  </a:lnTo>
                  <a:lnTo>
                    <a:pt x="316080" y="17311"/>
                  </a:lnTo>
                  <a:lnTo>
                    <a:pt x="258433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292221" y="350738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50E1E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670580" y="3522510"/>
            <a:ext cx="1000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Completion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167659" y="4010659"/>
            <a:ext cx="20002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Parent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waits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children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1D2ED"/>
                </a:solidFill>
                <a:latin typeface="Courier New"/>
                <a:cs typeface="Courier New"/>
              </a:rPr>
              <a:t>waitpid()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541984" y="5525820"/>
            <a:ext cx="11104245" cy="698500"/>
            <a:chOff x="541984" y="5525820"/>
            <a:chExt cx="11104245" cy="698500"/>
          </a:xfrm>
        </p:grpSpPr>
        <p:sp>
          <p:nvSpPr>
            <p:cNvPr id="74" name="object 74"/>
            <p:cNvSpPr/>
            <p:nvPr/>
          </p:nvSpPr>
          <p:spPr>
            <a:xfrm>
              <a:off x="548284" y="5532119"/>
              <a:ext cx="11092180" cy="685800"/>
            </a:xfrm>
            <a:custGeom>
              <a:avLst/>
              <a:gdLst/>
              <a:ahLst/>
              <a:cxnLst/>
              <a:rect l="l" t="t" r="r" b="b"/>
              <a:pathLst>
                <a:path w="11092180" h="685800">
                  <a:moveTo>
                    <a:pt x="110181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612724"/>
                  </a:lnTo>
                  <a:lnTo>
                    <a:pt x="594" y="621995"/>
                  </a:lnTo>
                  <a:lnTo>
                    <a:pt x="607" y="622200"/>
                  </a:lnTo>
                  <a:lnTo>
                    <a:pt x="2394" y="631396"/>
                  </a:lnTo>
                  <a:lnTo>
                    <a:pt x="2428" y="631575"/>
                  </a:lnTo>
                  <a:lnTo>
                    <a:pt x="5412" y="640459"/>
                  </a:lnTo>
                  <a:lnTo>
                    <a:pt x="36360" y="676084"/>
                  </a:lnTo>
                  <a:lnTo>
                    <a:pt x="73075" y="685799"/>
                  </a:lnTo>
                  <a:lnTo>
                    <a:pt x="11018520" y="685444"/>
                  </a:lnTo>
                  <a:lnTo>
                    <a:pt x="11062890" y="670340"/>
                  </a:lnTo>
                  <a:lnTo>
                    <a:pt x="11086054" y="640615"/>
                  </a:lnTo>
                  <a:lnTo>
                    <a:pt x="11086130" y="640459"/>
                  </a:lnTo>
                  <a:lnTo>
                    <a:pt x="11089106" y="631575"/>
                  </a:lnTo>
                  <a:lnTo>
                    <a:pt x="11089166" y="631396"/>
                  </a:lnTo>
                  <a:lnTo>
                    <a:pt x="11090948" y="622200"/>
                  </a:lnTo>
                  <a:lnTo>
                    <a:pt x="11090988" y="621995"/>
                  </a:lnTo>
                  <a:lnTo>
                    <a:pt x="11091572" y="612724"/>
                  </a:lnTo>
                  <a:lnTo>
                    <a:pt x="11091595" y="612355"/>
                  </a:lnTo>
                  <a:lnTo>
                    <a:pt x="11091240" y="73075"/>
                  </a:lnTo>
                  <a:lnTo>
                    <a:pt x="11076136" y="28705"/>
                  </a:lnTo>
                  <a:lnTo>
                    <a:pt x="11037192" y="2428"/>
                  </a:lnTo>
                  <a:lnTo>
                    <a:pt x="11027791" y="607"/>
                  </a:lnTo>
                  <a:lnTo>
                    <a:pt x="1101815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48284" y="5532119"/>
              <a:ext cx="11092180" cy="685800"/>
            </a:xfrm>
            <a:custGeom>
              <a:avLst/>
              <a:gdLst/>
              <a:ahLst/>
              <a:cxnLst/>
              <a:rect l="l" t="t" r="r" b="b"/>
              <a:pathLst>
                <a:path w="11092180" h="6858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018151" y="0"/>
                  </a:lnTo>
                  <a:lnTo>
                    <a:pt x="11062684" y="15104"/>
                  </a:lnTo>
                  <a:lnTo>
                    <a:pt x="11088809" y="54224"/>
                  </a:lnTo>
                  <a:lnTo>
                    <a:pt x="11091240" y="73075"/>
                  </a:lnTo>
                  <a:lnTo>
                    <a:pt x="11091595" y="612355"/>
                  </a:lnTo>
                  <a:lnTo>
                    <a:pt x="11090988" y="621995"/>
                  </a:lnTo>
                  <a:lnTo>
                    <a:pt x="11089166" y="631396"/>
                  </a:lnTo>
                  <a:lnTo>
                    <a:pt x="11062890" y="670340"/>
                  </a:lnTo>
                  <a:lnTo>
                    <a:pt x="11018520" y="685444"/>
                  </a:lnTo>
                  <a:lnTo>
                    <a:pt x="73075" y="685799"/>
                  </a:lnTo>
                  <a:lnTo>
                    <a:pt x="28548" y="670695"/>
                  </a:lnTo>
                  <a:lnTo>
                    <a:pt x="2428" y="631575"/>
                  </a:lnTo>
                  <a:lnTo>
                    <a:pt x="0" y="61272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1718538" y="5724982"/>
            <a:ext cx="5786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1D2ED"/>
                </a:solidFill>
                <a:latin typeface="Courier New"/>
                <a:cs typeface="Courier New"/>
              </a:rPr>
              <a:t>Number</a:t>
            </a:r>
            <a:r>
              <a:rPr sz="1800" b="1" spc="-3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1D2ED"/>
                </a:solidFill>
                <a:latin typeface="Courier New"/>
                <a:cs typeface="Courier New"/>
              </a:rPr>
              <a:t>of</a:t>
            </a:r>
            <a:r>
              <a:rPr sz="1800" b="1" spc="-1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1D2ED"/>
                </a:solidFill>
                <a:latin typeface="Courier New"/>
                <a:cs typeface="Courier New"/>
              </a:rPr>
              <a:t>Pipes</a:t>
            </a:r>
            <a:r>
              <a:rPr sz="1800" b="1" spc="-15" dirty="0">
                <a:solidFill>
                  <a:srgbClr val="21D2ED"/>
                </a:solidFill>
                <a:latin typeface="Courier New"/>
                <a:cs typeface="Courier New"/>
              </a:rPr>
              <a:t>  </a:t>
            </a:r>
            <a:r>
              <a:rPr sz="1800" b="1" dirty="0">
                <a:solidFill>
                  <a:srgbClr val="21D2ED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21D2ED"/>
                </a:solidFill>
                <a:latin typeface="Courier New"/>
                <a:cs typeface="Courier New"/>
              </a:rPr>
              <a:t>  </a:t>
            </a:r>
            <a:r>
              <a:rPr sz="1800" b="1" dirty="0">
                <a:solidFill>
                  <a:srgbClr val="21D2ED"/>
                </a:solidFill>
                <a:latin typeface="Courier New"/>
                <a:cs typeface="Courier New"/>
              </a:rPr>
              <a:t>Number</a:t>
            </a:r>
            <a:r>
              <a:rPr sz="1800" b="1" spc="-1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1D2ED"/>
                </a:solidFill>
                <a:latin typeface="Courier New"/>
                <a:cs typeface="Courier New"/>
              </a:rPr>
              <a:t>of</a:t>
            </a:r>
            <a:r>
              <a:rPr sz="1800" b="1" spc="-1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1D2ED"/>
                </a:solidFill>
                <a:latin typeface="Courier New"/>
                <a:cs typeface="Courier New"/>
              </a:rPr>
              <a:t>Commands</a:t>
            </a:r>
            <a:r>
              <a:rPr sz="1800" b="1" spc="-1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1D2ED"/>
                </a:solidFill>
                <a:latin typeface="Courier New"/>
                <a:cs typeface="Courier New"/>
              </a:rPr>
              <a:t>−</a:t>
            </a:r>
            <a:r>
              <a:rPr sz="1800" b="1" spc="-1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21D2ED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890967" y="5724982"/>
            <a:ext cx="2574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e.g.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pipes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413905"/>
            <a:ext cx="442976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70" dirty="0">
                <a:solidFill>
                  <a:srgbClr val="21D2ED"/>
                </a:solidFill>
              </a:rPr>
              <a:t> </a:t>
            </a:r>
            <a:r>
              <a:rPr spc="-35" dirty="0"/>
              <a:t>Technologies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Tools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44512" y="1230312"/>
          <a:ext cx="5577840" cy="3434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259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400" b="1" spc="-1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21D2ED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400" b="1" spc="-1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Purpose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21D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3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Programming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Main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language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Ubuntu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Linux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Operating</a:t>
                      </a:r>
                      <a:r>
                        <a:rPr sz="13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environment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GCC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Compiler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Compilation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POSIX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Calls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Linux</a:t>
                      </a:r>
                      <a:r>
                        <a:rPr sz="13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Pipes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Inter-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3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communication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Linux</a:t>
                      </a:r>
                      <a:r>
                        <a:rPr sz="13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Terminal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Execution</a:t>
                      </a:r>
                      <a:r>
                        <a:rPr sz="13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Gedit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VS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sz="1300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development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387744" y="1175664"/>
            <a:ext cx="1957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21D2ED"/>
                </a:solidFill>
                <a:latin typeface="Calibri"/>
                <a:cs typeface="Calibri"/>
              </a:rPr>
              <a:t>Important</a:t>
            </a:r>
            <a:r>
              <a:rPr sz="1600" b="1" spc="-4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1D2ED"/>
                </a:solidFill>
                <a:latin typeface="Calibri"/>
                <a:cs typeface="Calibri"/>
              </a:rPr>
              <a:t>System</a:t>
            </a:r>
            <a:r>
              <a:rPr sz="1600" b="1" spc="-5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1D2ED"/>
                </a:solidFill>
                <a:latin typeface="Calibri"/>
                <a:cs typeface="Calibri"/>
              </a:rPr>
              <a:t>Calls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94499" y="1548180"/>
            <a:ext cx="2564130" cy="1000125"/>
            <a:chOff x="6394499" y="1548180"/>
            <a:chExt cx="2564130" cy="1000125"/>
          </a:xfrm>
        </p:grpSpPr>
        <p:sp>
          <p:nvSpPr>
            <p:cNvPr id="6" name="object 6"/>
            <p:cNvSpPr/>
            <p:nvPr/>
          </p:nvSpPr>
          <p:spPr>
            <a:xfrm>
              <a:off x="6400799" y="1554480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247788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14400"/>
                  </a:lnTo>
                  <a:lnTo>
                    <a:pt x="594" y="923676"/>
                  </a:lnTo>
                  <a:lnTo>
                    <a:pt x="607" y="923878"/>
                  </a:lnTo>
                  <a:lnTo>
                    <a:pt x="2393" y="933073"/>
                  </a:lnTo>
                  <a:lnTo>
                    <a:pt x="2428" y="933256"/>
                  </a:lnTo>
                  <a:lnTo>
                    <a:pt x="5410" y="942135"/>
                  </a:lnTo>
                  <a:lnTo>
                    <a:pt x="36360" y="977760"/>
                  </a:lnTo>
                  <a:lnTo>
                    <a:pt x="73075" y="987475"/>
                  </a:lnTo>
                  <a:lnTo>
                    <a:pt x="2478239" y="987120"/>
                  </a:lnTo>
                  <a:lnTo>
                    <a:pt x="2522617" y="972021"/>
                  </a:lnTo>
                  <a:lnTo>
                    <a:pt x="2548825" y="933256"/>
                  </a:lnTo>
                  <a:lnTo>
                    <a:pt x="2548886" y="933073"/>
                  </a:lnTo>
                  <a:lnTo>
                    <a:pt x="2550669" y="923878"/>
                  </a:lnTo>
                  <a:lnTo>
                    <a:pt x="2550708" y="923676"/>
                  </a:lnTo>
                  <a:lnTo>
                    <a:pt x="2551293" y="914400"/>
                  </a:lnTo>
                  <a:lnTo>
                    <a:pt x="2551315" y="914044"/>
                  </a:lnTo>
                  <a:lnTo>
                    <a:pt x="2550960" y="73075"/>
                  </a:lnTo>
                  <a:lnTo>
                    <a:pt x="2535861" y="28705"/>
                  </a:lnTo>
                  <a:lnTo>
                    <a:pt x="2496913" y="2428"/>
                  </a:lnTo>
                  <a:lnTo>
                    <a:pt x="2487516" y="607"/>
                  </a:lnTo>
                  <a:lnTo>
                    <a:pt x="2477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799" y="1554480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77884" y="0"/>
                  </a:lnTo>
                  <a:lnTo>
                    <a:pt x="2522404" y="15104"/>
                  </a:lnTo>
                  <a:lnTo>
                    <a:pt x="2548531" y="54224"/>
                  </a:lnTo>
                  <a:lnTo>
                    <a:pt x="2550960" y="73075"/>
                  </a:lnTo>
                  <a:lnTo>
                    <a:pt x="2551315" y="914044"/>
                  </a:lnTo>
                  <a:lnTo>
                    <a:pt x="2550708" y="923676"/>
                  </a:lnTo>
                  <a:lnTo>
                    <a:pt x="2548886" y="933073"/>
                  </a:lnTo>
                  <a:lnTo>
                    <a:pt x="2522617" y="972021"/>
                  </a:lnTo>
                  <a:lnTo>
                    <a:pt x="2478239" y="987120"/>
                  </a:lnTo>
                  <a:lnTo>
                    <a:pt x="73075" y="987475"/>
                  </a:lnTo>
                  <a:lnTo>
                    <a:pt x="28555" y="972378"/>
                  </a:lnTo>
                  <a:lnTo>
                    <a:pt x="2428" y="933256"/>
                  </a:lnTo>
                  <a:lnTo>
                    <a:pt x="0" y="91440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24904" y="1524018"/>
            <a:ext cx="1796414" cy="6546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600" b="1" spc="-10" dirty="0">
                <a:solidFill>
                  <a:srgbClr val="21D2ED"/>
                </a:solidFill>
                <a:latin typeface="Courier New"/>
                <a:cs typeface="Courier New"/>
              </a:rPr>
              <a:t>fork()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082975" y="1548180"/>
            <a:ext cx="2564130" cy="1000125"/>
            <a:chOff x="9082975" y="1548180"/>
            <a:chExt cx="2564130" cy="1000125"/>
          </a:xfrm>
        </p:grpSpPr>
        <p:sp>
          <p:nvSpPr>
            <p:cNvPr id="10" name="object 10"/>
            <p:cNvSpPr/>
            <p:nvPr/>
          </p:nvSpPr>
          <p:spPr>
            <a:xfrm>
              <a:off x="9089275" y="1554480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247788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14400"/>
                  </a:lnTo>
                  <a:lnTo>
                    <a:pt x="594" y="923676"/>
                  </a:lnTo>
                  <a:lnTo>
                    <a:pt x="607" y="923878"/>
                  </a:lnTo>
                  <a:lnTo>
                    <a:pt x="2394" y="933073"/>
                  </a:lnTo>
                  <a:lnTo>
                    <a:pt x="2430" y="933256"/>
                  </a:lnTo>
                  <a:lnTo>
                    <a:pt x="5416" y="942135"/>
                  </a:lnTo>
                  <a:lnTo>
                    <a:pt x="5470" y="942296"/>
                  </a:lnTo>
                  <a:lnTo>
                    <a:pt x="36360" y="977760"/>
                  </a:lnTo>
                  <a:lnTo>
                    <a:pt x="73088" y="987475"/>
                  </a:lnTo>
                  <a:lnTo>
                    <a:pt x="2478239" y="987120"/>
                  </a:lnTo>
                  <a:lnTo>
                    <a:pt x="2522617" y="972021"/>
                  </a:lnTo>
                  <a:lnTo>
                    <a:pt x="2548836" y="933256"/>
                  </a:lnTo>
                  <a:lnTo>
                    <a:pt x="2548897" y="933073"/>
                  </a:lnTo>
                  <a:lnTo>
                    <a:pt x="2550681" y="923878"/>
                  </a:lnTo>
                  <a:lnTo>
                    <a:pt x="2550720" y="923676"/>
                  </a:lnTo>
                  <a:lnTo>
                    <a:pt x="2551305" y="914400"/>
                  </a:lnTo>
                  <a:lnTo>
                    <a:pt x="2551328" y="914044"/>
                  </a:lnTo>
                  <a:lnTo>
                    <a:pt x="2550960" y="73075"/>
                  </a:lnTo>
                  <a:lnTo>
                    <a:pt x="2535868" y="28705"/>
                  </a:lnTo>
                  <a:lnTo>
                    <a:pt x="2496918" y="2428"/>
                  </a:lnTo>
                  <a:lnTo>
                    <a:pt x="2487518" y="607"/>
                  </a:lnTo>
                  <a:lnTo>
                    <a:pt x="2477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89275" y="1554480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477884" y="0"/>
                  </a:lnTo>
                  <a:lnTo>
                    <a:pt x="2522411" y="15104"/>
                  </a:lnTo>
                  <a:lnTo>
                    <a:pt x="2548531" y="54224"/>
                  </a:lnTo>
                  <a:lnTo>
                    <a:pt x="2550960" y="73075"/>
                  </a:lnTo>
                  <a:lnTo>
                    <a:pt x="2551328" y="914044"/>
                  </a:lnTo>
                  <a:lnTo>
                    <a:pt x="2550720" y="923676"/>
                  </a:lnTo>
                  <a:lnTo>
                    <a:pt x="2548897" y="933073"/>
                  </a:lnTo>
                  <a:lnTo>
                    <a:pt x="2522617" y="972021"/>
                  </a:lnTo>
                  <a:lnTo>
                    <a:pt x="2478239" y="987120"/>
                  </a:lnTo>
                  <a:lnTo>
                    <a:pt x="73088" y="987475"/>
                  </a:lnTo>
                  <a:lnTo>
                    <a:pt x="28555" y="972378"/>
                  </a:lnTo>
                  <a:lnTo>
                    <a:pt x="2430" y="933256"/>
                  </a:lnTo>
                  <a:lnTo>
                    <a:pt x="0" y="91440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213380" y="1524018"/>
            <a:ext cx="2240915" cy="8451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600" b="1" spc="-10" dirty="0">
                <a:solidFill>
                  <a:srgbClr val="21D2ED"/>
                </a:solidFill>
                <a:latin typeface="Courier New"/>
                <a:cs typeface="Courier New"/>
              </a:rPr>
              <a:t>pipe()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67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one-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communication channel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94499" y="2645460"/>
            <a:ext cx="2564130" cy="1000125"/>
            <a:chOff x="6394499" y="2645460"/>
            <a:chExt cx="2564130" cy="1000125"/>
          </a:xfrm>
        </p:grpSpPr>
        <p:sp>
          <p:nvSpPr>
            <p:cNvPr id="14" name="object 14"/>
            <p:cNvSpPr/>
            <p:nvPr/>
          </p:nvSpPr>
          <p:spPr>
            <a:xfrm>
              <a:off x="6400799" y="2651759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247788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14400"/>
                  </a:lnTo>
                  <a:lnTo>
                    <a:pt x="594" y="923676"/>
                  </a:lnTo>
                  <a:lnTo>
                    <a:pt x="607" y="923878"/>
                  </a:lnTo>
                  <a:lnTo>
                    <a:pt x="2393" y="933073"/>
                  </a:lnTo>
                  <a:lnTo>
                    <a:pt x="2428" y="933256"/>
                  </a:lnTo>
                  <a:lnTo>
                    <a:pt x="5410" y="942135"/>
                  </a:lnTo>
                  <a:lnTo>
                    <a:pt x="36360" y="977760"/>
                  </a:lnTo>
                  <a:lnTo>
                    <a:pt x="73075" y="987475"/>
                  </a:lnTo>
                  <a:lnTo>
                    <a:pt x="2478239" y="987120"/>
                  </a:lnTo>
                  <a:lnTo>
                    <a:pt x="2522617" y="972021"/>
                  </a:lnTo>
                  <a:lnTo>
                    <a:pt x="2548825" y="933256"/>
                  </a:lnTo>
                  <a:lnTo>
                    <a:pt x="2548886" y="933073"/>
                  </a:lnTo>
                  <a:lnTo>
                    <a:pt x="2550669" y="923878"/>
                  </a:lnTo>
                  <a:lnTo>
                    <a:pt x="2550708" y="923676"/>
                  </a:lnTo>
                  <a:lnTo>
                    <a:pt x="2551293" y="914400"/>
                  </a:lnTo>
                  <a:lnTo>
                    <a:pt x="2550960" y="73075"/>
                  </a:lnTo>
                  <a:lnTo>
                    <a:pt x="2535861" y="28705"/>
                  </a:lnTo>
                  <a:lnTo>
                    <a:pt x="2496913" y="2428"/>
                  </a:lnTo>
                  <a:lnTo>
                    <a:pt x="2487516" y="607"/>
                  </a:lnTo>
                  <a:lnTo>
                    <a:pt x="2477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00799" y="2651759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77884" y="0"/>
                  </a:lnTo>
                  <a:lnTo>
                    <a:pt x="2522404" y="15104"/>
                  </a:lnTo>
                  <a:lnTo>
                    <a:pt x="2548531" y="54224"/>
                  </a:lnTo>
                  <a:lnTo>
                    <a:pt x="2550960" y="73075"/>
                  </a:lnTo>
                  <a:lnTo>
                    <a:pt x="2551315" y="914044"/>
                  </a:lnTo>
                  <a:lnTo>
                    <a:pt x="2550708" y="923676"/>
                  </a:lnTo>
                  <a:lnTo>
                    <a:pt x="2548886" y="933073"/>
                  </a:lnTo>
                  <a:lnTo>
                    <a:pt x="2522617" y="972021"/>
                  </a:lnTo>
                  <a:lnTo>
                    <a:pt x="2478239" y="987120"/>
                  </a:lnTo>
                  <a:lnTo>
                    <a:pt x="73075" y="987475"/>
                  </a:lnTo>
                  <a:lnTo>
                    <a:pt x="28555" y="972378"/>
                  </a:lnTo>
                  <a:lnTo>
                    <a:pt x="2428" y="933256"/>
                  </a:lnTo>
                  <a:lnTo>
                    <a:pt x="0" y="91440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24904" y="2621298"/>
            <a:ext cx="1874520" cy="8451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600" b="1" spc="-10" dirty="0">
                <a:solidFill>
                  <a:srgbClr val="21D2ED"/>
                </a:solidFill>
                <a:latin typeface="Courier New"/>
                <a:cs typeface="Courier New"/>
              </a:rPr>
              <a:t>dup2()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67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Redirects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082975" y="2645460"/>
            <a:ext cx="2564130" cy="1000125"/>
            <a:chOff x="9082975" y="2645460"/>
            <a:chExt cx="2564130" cy="1000125"/>
          </a:xfrm>
        </p:grpSpPr>
        <p:sp>
          <p:nvSpPr>
            <p:cNvPr id="18" name="object 18"/>
            <p:cNvSpPr/>
            <p:nvPr/>
          </p:nvSpPr>
          <p:spPr>
            <a:xfrm>
              <a:off x="9089275" y="2651759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247788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14400"/>
                  </a:lnTo>
                  <a:lnTo>
                    <a:pt x="594" y="923676"/>
                  </a:lnTo>
                  <a:lnTo>
                    <a:pt x="607" y="923878"/>
                  </a:lnTo>
                  <a:lnTo>
                    <a:pt x="2394" y="933073"/>
                  </a:lnTo>
                  <a:lnTo>
                    <a:pt x="2430" y="933256"/>
                  </a:lnTo>
                  <a:lnTo>
                    <a:pt x="5416" y="942135"/>
                  </a:lnTo>
                  <a:lnTo>
                    <a:pt x="5470" y="942296"/>
                  </a:lnTo>
                  <a:lnTo>
                    <a:pt x="36360" y="977760"/>
                  </a:lnTo>
                  <a:lnTo>
                    <a:pt x="73088" y="987475"/>
                  </a:lnTo>
                  <a:lnTo>
                    <a:pt x="2478239" y="987120"/>
                  </a:lnTo>
                  <a:lnTo>
                    <a:pt x="2522617" y="972021"/>
                  </a:lnTo>
                  <a:lnTo>
                    <a:pt x="2548836" y="933256"/>
                  </a:lnTo>
                  <a:lnTo>
                    <a:pt x="2548897" y="933073"/>
                  </a:lnTo>
                  <a:lnTo>
                    <a:pt x="2550681" y="923878"/>
                  </a:lnTo>
                  <a:lnTo>
                    <a:pt x="2550720" y="923676"/>
                  </a:lnTo>
                  <a:lnTo>
                    <a:pt x="2551305" y="914400"/>
                  </a:lnTo>
                  <a:lnTo>
                    <a:pt x="2551328" y="914044"/>
                  </a:lnTo>
                  <a:lnTo>
                    <a:pt x="2550960" y="73075"/>
                  </a:lnTo>
                  <a:lnTo>
                    <a:pt x="2535868" y="28705"/>
                  </a:lnTo>
                  <a:lnTo>
                    <a:pt x="2496918" y="2428"/>
                  </a:lnTo>
                  <a:lnTo>
                    <a:pt x="2487518" y="607"/>
                  </a:lnTo>
                  <a:lnTo>
                    <a:pt x="2477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89275" y="2651759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477884" y="0"/>
                  </a:lnTo>
                  <a:lnTo>
                    <a:pt x="2522411" y="15104"/>
                  </a:lnTo>
                  <a:lnTo>
                    <a:pt x="2548531" y="54224"/>
                  </a:lnTo>
                  <a:lnTo>
                    <a:pt x="2550960" y="73075"/>
                  </a:lnTo>
                  <a:lnTo>
                    <a:pt x="2551328" y="914044"/>
                  </a:lnTo>
                  <a:lnTo>
                    <a:pt x="2550720" y="923676"/>
                  </a:lnTo>
                  <a:lnTo>
                    <a:pt x="2548897" y="933073"/>
                  </a:lnTo>
                  <a:lnTo>
                    <a:pt x="2522617" y="972021"/>
                  </a:lnTo>
                  <a:lnTo>
                    <a:pt x="2478239" y="987120"/>
                  </a:lnTo>
                  <a:lnTo>
                    <a:pt x="73088" y="987475"/>
                  </a:lnTo>
                  <a:lnTo>
                    <a:pt x="28555" y="972378"/>
                  </a:lnTo>
                  <a:lnTo>
                    <a:pt x="2430" y="933256"/>
                  </a:lnTo>
                  <a:lnTo>
                    <a:pt x="0" y="91440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213380" y="2621298"/>
            <a:ext cx="1988820" cy="8451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600" b="1" spc="-10" dirty="0">
                <a:solidFill>
                  <a:srgbClr val="21D2ED"/>
                </a:solidFill>
                <a:latin typeface="Courier New"/>
                <a:cs typeface="Courier New"/>
              </a:rPr>
              <a:t>execvp()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67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Replaces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Linux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94499" y="3742740"/>
            <a:ext cx="2564130" cy="1000125"/>
            <a:chOff x="6394499" y="3742740"/>
            <a:chExt cx="2564130" cy="1000125"/>
          </a:xfrm>
        </p:grpSpPr>
        <p:sp>
          <p:nvSpPr>
            <p:cNvPr id="22" name="object 22"/>
            <p:cNvSpPr/>
            <p:nvPr/>
          </p:nvSpPr>
          <p:spPr>
            <a:xfrm>
              <a:off x="6400799" y="3749040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247788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14400"/>
                  </a:lnTo>
                  <a:lnTo>
                    <a:pt x="594" y="923676"/>
                  </a:lnTo>
                  <a:lnTo>
                    <a:pt x="607" y="923878"/>
                  </a:lnTo>
                  <a:lnTo>
                    <a:pt x="2393" y="933073"/>
                  </a:lnTo>
                  <a:lnTo>
                    <a:pt x="2428" y="933256"/>
                  </a:lnTo>
                  <a:lnTo>
                    <a:pt x="5410" y="942135"/>
                  </a:lnTo>
                  <a:lnTo>
                    <a:pt x="36360" y="977760"/>
                  </a:lnTo>
                  <a:lnTo>
                    <a:pt x="73075" y="987475"/>
                  </a:lnTo>
                  <a:lnTo>
                    <a:pt x="2478239" y="987120"/>
                  </a:lnTo>
                  <a:lnTo>
                    <a:pt x="2522617" y="972021"/>
                  </a:lnTo>
                  <a:lnTo>
                    <a:pt x="2548825" y="933256"/>
                  </a:lnTo>
                  <a:lnTo>
                    <a:pt x="2548886" y="933073"/>
                  </a:lnTo>
                  <a:lnTo>
                    <a:pt x="2550669" y="923878"/>
                  </a:lnTo>
                  <a:lnTo>
                    <a:pt x="2550708" y="923676"/>
                  </a:lnTo>
                  <a:lnTo>
                    <a:pt x="2551293" y="914400"/>
                  </a:lnTo>
                  <a:lnTo>
                    <a:pt x="2550960" y="73075"/>
                  </a:lnTo>
                  <a:lnTo>
                    <a:pt x="2535861" y="28705"/>
                  </a:lnTo>
                  <a:lnTo>
                    <a:pt x="2496913" y="2428"/>
                  </a:lnTo>
                  <a:lnTo>
                    <a:pt x="2487516" y="607"/>
                  </a:lnTo>
                  <a:lnTo>
                    <a:pt x="2477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799" y="3749040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77884" y="0"/>
                  </a:lnTo>
                  <a:lnTo>
                    <a:pt x="2522404" y="15104"/>
                  </a:lnTo>
                  <a:lnTo>
                    <a:pt x="2548531" y="54224"/>
                  </a:lnTo>
                  <a:lnTo>
                    <a:pt x="2550960" y="73075"/>
                  </a:lnTo>
                  <a:lnTo>
                    <a:pt x="2551315" y="914044"/>
                  </a:lnTo>
                  <a:lnTo>
                    <a:pt x="2550708" y="923676"/>
                  </a:lnTo>
                  <a:lnTo>
                    <a:pt x="2548886" y="933073"/>
                  </a:lnTo>
                  <a:lnTo>
                    <a:pt x="2522617" y="972021"/>
                  </a:lnTo>
                  <a:lnTo>
                    <a:pt x="2478239" y="987120"/>
                  </a:lnTo>
                  <a:lnTo>
                    <a:pt x="73075" y="987475"/>
                  </a:lnTo>
                  <a:lnTo>
                    <a:pt x="28555" y="972378"/>
                  </a:lnTo>
                  <a:lnTo>
                    <a:pt x="2428" y="933256"/>
                  </a:lnTo>
                  <a:lnTo>
                    <a:pt x="0" y="91440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24904" y="3718578"/>
            <a:ext cx="2035810" cy="6546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600" b="1" spc="-10" dirty="0">
                <a:solidFill>
                  <a:srgbClr val="21D2ED"/>
                </a:solidFill>
                <a:latin typeface="Courier New"/>
                <a:cs typeface="Courier New"/>
              </a:rPr>
              <a:t>waitpid()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Waits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082975" y="3742740"/>
            <a:ext cx="2564130" cy="1000125"/>
            <a:chOff x="9082975" y="3742740"/>
            <a:chExt cx="2564130" cy="1000125"/>
          </a:xfrm>
        </p:grpSpPr>
        <p:sp>
          <p:nvSpPr>
            <p:cNvPr id="26" name="object 26"/>
            <p:cNvSpPr/>
            <p:nvPr/>
          </p:nvSpPr>
          <p:spPr>
            <a:xfrm>
              <a:off x="9089275" y="3749040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247788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14400"/>
                  </a:lnTo>
                  <a:lnTo>
                    <a:pt x="594" y="923676"/>
                  </a:lnTo>
                  <a:lnTo>
                    <a:pt x="607" y="923878"/>
                  </a:lnTo>
                  <a:lnTo>
                    <a:pt x="2394" y="933073"/>
                  </a:lnTo>
                  <a:lnTo>
                    <a:pt x="2430" y="933256"/>
                  </a:lnTo>
                  <a:lnTo>
                    <a:pt x="5416" y="942135"/>
                  </a:lnTo>
                  <a:lnTo>
                    <a:pt x="5470" y="942296"/>
                  </a:lnTo>
                  <a:lnTo>
                    <a:pt x="36360" y="977760"/>
                  </a:lnTo>
                  <a:lnTo>
                    <a:pt x="73088" y="987475"/>
                  </a:lnTo>
                  <a:lnTo>
                    <a:pt x="2478239" y="987120"/>
                  </a:lnTo>
                  <a:lnTo>
                    <a:pt x="2522617" y="972021"/>
                  </a:lnTo>
                  <a:lnTo>
                    <a:pt x="2545778" y="942296"/>
                  </a:lnTo>
                  <a:lnTo>
                    <a:pt x="2545858" y="942135"/>
                  </a:lnTo>
                  <a:lnTo>
                    <a:pt x="2548836" y="933256"/>
                  </a:lnTo>
                  <a:lnTo>
                    <a:pt x="2548897" y="933073"/>
                  </a:lnTo>
                  <a:lnTo>
                    <a:pt x="2550681" y="923878"/>
                  </a:lnTo>
                  <a:lnTo>
                    <a:pt x="2550720" y="923676"/>
                  </a:lnTo>
                  <a:lnTo>
                    <a:pt x="2551305" y="914400"/>
                  </a:lnTo>
                  <a:lnTo>
                    <a:pt x="2551328" y="914044"/>
                  </a:lnTo>
                  <a:lnTo>
                    <a:pt x="2550960" y="73075"/>
                  </a:lnTo>
                  <a:lnTo>
                    <a:pt x="2535868" y="28705"/>
                  </a:lnTo>
                  <a:lnTo>
                    <a:pt x="2496918" y="2428"/>
                  </a:lnTo>
                  <a:lnTo>
                    <a:pt x="2487518" y="607"/>
                  </a:lnTo>
                  <a:lnTo>
                    <a:pt x="247788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089275" y="3749040"/>
              <a:ext cx="2551430" cy="988060"/>
            </a:xfrm>
            <a:custGeom>
              <a:avLst/>
              <a:gdLst/>
              <a:ahLst/>
              <a:cxnLst/>
              <a:rect l="l" t="t" r="r" b="b"/>
              <a:pathLst>
                <a:path w="2551429" h="98806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477884" y="0"/>
                  </a:lnTo>
                  <a:lnTo>
                    <a:pt x="2522411" y="15104"/>
                  </a:lnTo>
                  <a:lnTo>
                    <a:pt x="2548531" y="54224"/>
                  </a:lnTo>
                  <a:lnTo>
                    <a:pt x="2550960" y="73075"/>
                  </a:lnTo>
                  <a:lnTo>
                    <a:pt x="2551328" y="914044"/>
                  </a:lnTo>
                  <a:lnTo>
                    <a:pt x="2550720" y="923676"/>
                  </a:lnTo>
                  <a:lnTo>
                    <a:pt x="2548897" y="933073"/>
                  </a:lnTo>
                  <a:lnTo>
                    <a:pt x="2522617" y="972021"/>
                  </a:lnTo>
                  <a:lnTo>
                    <a:pt x="2478239" y="987120"/>
                  </a:lnTo>
                  <a:lnTo>
                    <a:pt x="73088" y="987475"/>
                  </a:lnTo>
                  <a:lnTo>
                    <a:pt x="28555" y="972378"/>
                  </a:lnTo>
                  <a:lnTo>
                    <a:pt x="2430" y="933256"/>
                  </a:lnTo>
                  <a:lnTo>
                    <a:pt x="0" y="91440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213380" y="3718578"/>
            <a:ext cx="1925320" cy="6546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600" b="1" spc="-10" dirty="0">
                <a:solidFill>
                  <a:srgbClr val="21D2ED"/>
                </a:solidFill>
                <a:latin typeface="Courier New"/>
                <a:cs typeface="Courier New"/>
              </a:rPr>
              <a:t>close()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Closes</a:t>
            </a:r>
            <a:r>
              <a:rPr sz="12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unused</a:t>
            </a:r>
            <a:r>
              <a:rPr sz="12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descriptors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584" y="4741824"/>
            <a:ext cx="1757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49DD7F"/>
                </a:solidFill>
                <a:latin typeface="Calibri"/>
                <a:cs typeface="Calibri"/>
              </a:rPr>
              <a:t>Additional</a:t>
            </a:r>
            <a:r>
              <a:rPr sz="1600" b="1" spc="-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9DD7F"/>
                </a:solidFill>
                <a:latin typeface="Calibri"/>
                <a:cs typeface="Calibri"/>
              </a:rPr>
              <a:t>Functions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1984" y="5095975"/>
            <a:ext cx="2115820" cy="1155700"/>
            <a:chOff x="541984" y="5095975"/>
            <a:chExt cx="2115820" cy="1155700"/>
          </a:xfrm>
        </p:grpSpPr>
        <p:sp>
          <p:nvSpPr>
            <p:cNvPr id="31" name="object 31"/>
            <p:cNvSpPr/>
            <p:nvPr/>
          </p:nvSpPr>
          <p:spPr>
            <a:xfrm>
              <a:off x="54828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069924"/>
                  </a:lnTo>
                  <a:lnTo>
                    <a:pt x="594" y="1079200"/>
                  </a:lnTo>
                  <a:lnTo>
                    <a:pt x="607" y="1079402"/>
                  </a:lnTo>
                  <a:lnTo>
                    <a:pt x="2393" y="1088597"/>
                  </a:lnTo>
                  <a:lnTo>
                    <a:pt x="2428" y="1088780"/>
                  </a:lnTo>
                  <a:lnTo>
                    <a:pt x="5410" y="1097659"/>
                  </a:lnTo>
                  <a:lnTo>
                    <a:pt x="36360" y="1133284"/>
                  </a:lnTo>
                  <a:lnTo>
                    <a:pt x="73075" y="1142999"/>
                  </a:lnTo>
                  <a:lnTo>
                    <a:pt x="2030031" y="1142644"/>
                  </a:lnTo>
                  <a:lnTo>
                    <a:pt x="2074409" y="1127545"/>
                  </a:lnTo>
                  <a:lnTo>
                    <a:pt x="2100628" y="1088780"/>
                  </a:lnTo>
                  <a:lnTo>
                    <a:pt x="2102473" y="1079402"/>
                  </a:lnTo>
                  <a:lnTo>
                    <a:pt x="2102512" y="1079200"/>
                  </a:lnTo>
                  <a:lnTo>
                    <a:pt x="2103097" y="1069924"/>
                  </a:lnTo>
                  <a:lnTo>
                    <a:pt x="2103120" y="1069568"/>
                  </a:lnTo>
                  <a:lnTo>
                    <a:pt x="2102751" y="73088"/>
                  </a:lnTo>
                  <a:lnTo>
                    <a:pt x="2087660" y="28710"/>
                  </a:lnTo>
                  <a:lnTo>
                    <a:pt x="2048710" y="2430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828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9"/>
                  </a:lnTo>
                  <a:lnTo>
                    <a:pt x="2100322" y="54232"/>
                  </a:lnTo>
                  <a:lnTo>
                    <a:pt x="2102751" y="73088"/>
                  </a:lnTo>
                  <a:lnTo>
                    <a:pt x="2103120" y="1069568"/>
                  </a:lnTo>
                  <a:lnTo>
                    <a:pt x="2102512" y="1079200"/>
                  </a:lnTo>
                  <a:lnTo>
                    <a:pt x="2100689" y="1088597"/>
                  </a:lnTo>
                  <a:lnTo>
                    <a:pt x="2074409" y="1127545"/>
                  </a:lnTo>
                  <a:lnTo>
                    <a:pt x="2030031" y="1142644"/>
                  </a:lnTo>
                  <a:lnTo>
                    <a:pt x="73075" y="1142999"/>
                  </a:lnTo>
                  <a:lnTo>
                    <a:pt x="28548" y="1127903"/>
                  </a:lnTo>
                  <a:lnTo>
                    <a:pt x="2428" y="1088780"/>
                  </a:lnTo>
                  <a:lnTo>
                    <a:pt x="0" y="106992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73100" y="5180660"/>
            <a:ext cx="1096645" cy="554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9DD7F"/>
                </a:solidFill>
                <a:latin typeface="Courier New"/>
                <a:cs typeface="Courier New"/>
              </a:rPr>
              <a:t>fgets()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Reads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782264" y="5095975"/>
            <a:ext cx="2115820" cy="1155700"/>
            <a:chOff x="2782264" y="5095975"/>
            <a:chExt cx="2115820" cy="1155700"/>
          </a:xfrm>
        </p:grpSpPr>
        <p:sp>
          <p:nvSpPr>
            <p:cNvPr id="35" name="object 35"/>
            <p:cNvSpPr/>
            <p:nvPr/>
          </p:nvSpPr>
          <p:spPr>
            <a:xfrm>
              <a:off x="278856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069924"/>
                  </a:lnTo>
                  <a:lnTo>
                    <a:pt x="594" y="1079200"/>
                  </a:lnTo>
                  <a:lnTo>
                    <a:pt x="607" y="1079402"/>
                  </a:lnTo>
                  <a:lnTo>
                    <a:pt x="2393" y="1088597"/>
                  </a:lnTo>
                  <a:lnTo>
                    <a:pt x="2428" y="1088780"/>
                  </a:lnTo>
                  <a:lnTo>
                    <a:pt x="28548" y="1127903"/>
                  </a:lnTo>
                  <a:lnTo>
                    <a:pt x="73075" y="1142999"/>
                  </a:lnTo>
                  <a:lnTo>
                    <a:pt x="2030031" y="1142644"/>
                  </a:lnTo>
                  <a:lnTo>
                    <a:pt x="2074409" y="1127545"/>
                  </a:lnTo>
                  <a:lnTo>
                    <a:pt x="2100628" y="1088780"/>
                  </a:lnTo>
                  <a:lnTo>
                    <a:pt x="2100689" y="1088597"/>
                  </a:lnTo>
                  <a:lnTo>
                    <a:pt x="2102473" y="1079402"/>
                  </a:lnTo>
                  <a:lnTo>
                    <a:pt x="2102512" y="1079200"/>
                  </a:lnTo>
                  <a:lnTo>
                    <a:pt x="2103097" y="1069924"/>
                  </a:lnTo>
                  <a:lnTo>
                    <a:pt x="2102751" y="73088"/>
                  </a:lnTo>
                  <a:lnTo>
                    <a:pt x="2087660" y="28710"/>
                  </a:lnTo>
                  <a:lnTo>
                    <a:pt x="2048710" y="2430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8856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9"/>
                  </a:lnTo>
                  <a:lnTo>
                    <a:pt x="2100322" y="54232"/>
                  </a:lnTo>
                  <a:lnTo>
                    <a:pt x="2102751" y="73088"/>
                  </a:lnTo>
                  <a:lnTo>
                    <a:pt x="2103120" y="1069568"/>
                  </a:lnTo>
                  <a:lnTo>
                    <a:pt x="2102512" y="1079200"/>
                  </a:lnTo>
                  <a:lnTo>
                    <a:pt x="2100689" y="1088597"/>
                  </a:lnTo>
                  <a:lnTo>
                    <a:pt x="2074409" y="1127545"/>
                  </a:lnTo>
                  <a:lnTo>
                    <a:pt x="2030031" y="1142644"/>
                  </a:lnTo>
                  <a:lnTo>
                    <a:pt x="73075" y="1142999"/>
                  </a:lnTo>
                  <a:lnTo>
                    <a:pt x="28548" y="1127903"/>
                  </a:lnTo>
                  <a:lnTo>
                    <a:pt x="2428" y="1088780"/>
                  </a:lnTo>
                  <a:lnTo>
                    <a:pt x="0" y="106992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913379" y="5180660"/>
            <a:ext cx="1673860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9DD7F"/>
                </a:solidFill>
                <a:latin typeface="Courier New"/>
                <a:cs typeface="Courier New"/>
              </a:rPr>
              <a:t>strtok_r()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98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Separates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arguments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022544" y="5095975"/>
            <a:ext cx="2115820" cy="1155700"/>
            <a:chOff x="5022544" y="5095975"/>
            <a:chExt cx="2115820" cy="1155700"/>
          </a:xfrm>
        </p:grpSpPr>
        <p:sp>
          <p:nvSpPr>
            <p:cNvPr id="39" name="object 39"/>
            <p:cNvSpPr/>
            <p:nvPr/>
          </p:nvSpPr>
          <p:spPr>
            <a:xfrm>
              <a:off x="502884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069924"/>
                  </a:lnTo>
                  <a:lnTo>
                    <a:pt x="594" y="1079200"/>
                  </a:lnTo>
                  <a:lnTo>
                    <a:pt x="607" y="1079402"/>
                  </a:lnTo>
                  <a:lnTo>
                    <a:pt x="2393" y="1088597"/>
                  </a:lnTo>
                  <a:lnTo>
                    <a:pt x="2428" y="1088780"/>
                  </a:lnTo>
                  <a:lnTo>
                    <a:pt x="5410" y="1097659"/>
                  </a:lnTo>
                  <a:lnTo>
                    <a:pt x="36360" y="1133284"/>
                  </a:lnTo>
                  <a:lnTo>
                    <a:pt x="73075" y="1142999"/>
                  </a:lnTo>
                  <a:lnTo>
                    <a:pt x="2030031" y="1142644"/>
                  </a:lnTo>
                  <a:lnTo>
                    <a:pt x="2074409" y="1127545"/>
                  </a:lnTo>
                  <a:lnTo>
                    <a:pt x="2097570" y="1097820"/>
                  </a:lnTo>
                  <a:lnTo>
                    <a:pt x="2097649" y="1097659"/>
                  </a:lnTo>
                  <a:lnTo>
                    <a:pt x="2100628" y="1088780"/>
                  </a:lnTo>
                  <a:lnTo>
                    <a:pt x="2100689" y="1088597"/>
                  </a:lnTo>
                  <a:lnTo>
                    <a:pt x="2102473" y="1079402"/>
                  </a:lnTo>
                  <a:lnTo>
                    <a:pt x="2102512" y="1079200"/>
                  </a:lnTo>
                  <a:lnTo>
                    <a:pt x="2103097" y="1069924"/>
                  </a:lnTo>
                  <a:lnTo>
                    <a:pt x="2103120" y="1069568"/>
                  </a:lnTo>
                  <a:lnTo>
                    <a:pt x="2102751" y="73088"/>
                  </a:lnTo>
                  <a:lnTo>
                    <a:pt x="2087660" y="28710"/>
                  </a:lnTo>
                  <a:lnTo>
                    <a:pt x="2048710" y="2430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2884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9"/>
                  </a:lnTo>
                  <a:lnTo>
                    <a:pt x="2100322" y="54232"/>
                  </a:lnTo>
                  <a:lnTo>
                    <a:pt x="2102751" y="73088"/>
                  </a:lnTo>
                  <a:lnTo>
                    <a:pt x="2103120" y="1069568"/>
                  </a:lnTo>
                  <a:lnTo>
                    <a:pt x="2102512" y="1079200"/>
                  </a:lnTo>
                  <a:lnTo>
                    <a:pt x="2100689" y="1088597"/>
                  </a:lnTo>
                  <a:lnTo>
                    <a:pt x="2074409" y="1127545"/>
                  </a:lnTo>
                  <a:lnTo>
                    <a:pt x="2030031" y="1142644"/>
                  </a:lnTo>
                  <a:lnTo>
                    <a:pt x="73075" y="1142999"/>
                  </a:lnTo>
                  <a:lnTo>
                    <a:pt x="28548" y="1127903"/>
                  </a:lnTo>
                  <a:lnTo>
                    <a:pt x="2428" y="1088780"/>
                  </a:lnTo>
                  <a:lnTo>
                    <a:pt x="0" y="106992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153659" y="5180660"/>
            <a:ext cx="1447800" cy="554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9DD7F"/>
                </a:solidFill>
                <a:latin typeface="Courier New"/>
                <a:cs typeface="Courier New"/>
              </a:rPr>
              <a:t>perror()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Displays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262824" y="5095975"/>
            <a:ext cx="2115820" cy="1155700"/>
            <a:chOff x="7262824" y="5095975"/>
            <a:chExt cx="2115820" cy="1155700"/>
          </a:xfrm>
        </p:grpSpPr>
        <p:sp>
          <p:nvSpPr>
            <p:cNvPr id="43" name="object 43"/>
            <p:cNvSpPr/>
            <p:nvPr/>
          </p:nvSpPr>
          <p:spPr>
            <a:xfrm>
              <a:off x="726912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069924"/>
                  </a:lnTo>
                  <a:lnTo>
                    <a:pt x="594" y="1079200"/>
                  </a:lnTo>
                  <a:lnTo>
                    <a:pt x="607" y="1079402"/>
                  </a:lnTo>
                  <a:lnTo>
                    <a:pt x="2393" y="1088597"/>
                  </a:lnTo>
                  <a:lnTo>
                    <a:pt x="2428" y="1088780"/>
                  </a:lnTo>
                  <a:lnTo>
                    <a:pt x="5410" y="1097659"/>
                  </a:lnTo>
                  <a:lnTo>
                    <a:pt x="36360" y="1133284"/>
                  </a:lnTo>
                  <a:lnTo>
                    <a:pt x="73075" y="1142999"/>
                  </a:lnTo>
                  <a:lnTo>
                    <a:pt x="2030031" y="1142644"/>
                  </a:lnTo>
                  <a:lnTo>
                    <a:pt x="2074409" y="1127545"/>
                  </a:lnTo>
                  <a:lnTo>
                    <a:pt x="2097570" y="1097820"/>
                  </a:lnTo>
                  <a:lnTo>
                    <a:pt x="2097649" y="1097659"/>
                  </a:lnTo>
                  <a:lnTo>
                    <a:pt x="2100628" y="1088780"/>
                  </a:lnTo>
                  <a:lnTo>
                    <a:pt x="2100689" y="1088597"/>
                  </a:lnTo>
                  <a:lnTo>
                    <a:pt x="2102473" y="1079402"/>
                  </a:lnTo>
                  <a:lnTo>
                    <a:pt x="2102512" y="1079200"/>
                  </a:lnTo>
                  <a:lnTo>
                    <a:pt x="2103097" y="1069924"/>
                  </a:lnTo>
                  <a:lnTo>
                    <a:pt x="2103120" y="1069568"/>
                  </a:lnTo>
                  <a:lnTo>
                    <a:pt x="2102751" y="73088"/>
                  </a:lnTo>
                  <a:lnTo>
                    <a:pt x="2087660" y="28710"/>
                  </a:lnTo>
                  <a:lnTo>
                    <a:pt x="2048710" y="2430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6912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9"/>
                  </a:lnTo>
                  <a:lnTo>
                    <a:pt x="2100322" y="54232"/>
                  </a:lnTo>
                  <a:lnTo>
                    <a:pt x="2102751" y="73088"/>
                  </a:lnTo>
                  <a:lnTo>
                    <a:pt x="2103120" y="1069568"/>
                  </a:lnTo>
                  <a:lnTo>
                    <a:pt x="2102512" y="1079200"/>
                  </a:lnTo>
                  <a:lnTo>
                    <a:pt x="2100689" y="1088597"/>
                  </a:lnTo>
                  <a:lnTo>
                    <a:pt x="2074409" y="1127545"/>
                  </a:lnTo>
                  <a:lnTo>
                    <a:pt x="2030031" y="1142644"/>
                  </a:lnTo>
                  <a:lnTo>
                    <a:pt x="73075" y="1142999"/>
                  </a:lnTo>
                  <a:lnTo>
                    <a:pt x="28548" y="1127903"/>
                  </a:lnTo>
                  <a:lnTo>
                    <a:pt x="2428" y="1088780"/>
                  </a:lnTo>
                  <a:lnTo>
                    <a:pt x="0" y="106992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393940" y="5180660"/>
            <a:ext cx="149161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9DD7F"/>
                </a:solidFill>
                <a:latin typeface="Courier New"/>
                <a:cs typeface="Courier New"/>
              </a:rPr>
              <a:t>WIFEXITED()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98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Checks</a:t>
            </a:r>
            <a:r>
              <a:rPr sz="125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normal</a:t>
            </a:r>
            <a:r>
              <a:rPr sz="12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process termination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503104" y="5095975"/>
            <a:ext cx="2115820" cy="1155700"/>
            <a:chOff x="9503104" y="5095975"/>
            <a:chExt cx="2115820" cy="1155700"/>
          </a:xfrm>
        </p:grpSpPr>
        <p:sp>
          <p:nvSpPr>
            <p:cNvPr id="47" name="object 47"/>
            <p:cNvSpPr/>
            <p:nvPr/>
          </p:nvSpPr>
          <p:spPr>
            <a:xfrm>
              <a:off x="950940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069924"/>
                  </a:lnTo>
                  <a:lnTo>
                    <a:pt x="594" y="1079200"/>
                  </a:lnTo>
                  <a:lnTo>
                    <a:pt x="607" y="1079402"/>
                  </a:lnTo>
                  <a:lnTo>
                    <a:pt x="2393" y="1088597"/>
                  </a:lnTo>
                  <a:lnTo>
                    <a:pt x="2428" y="1088780"/>
                  </a:lnTo>
                  <a:lnTo>
                    <a:pt x="5410" y="1097659"/>
                  </a:lnTo>
                  <a:lnTo>
                    <a:pt x="36360" y="1133284"/>
                  </a:lnTo>
                  <a:lnTo>
                    <a:pt x="73075" y="1142999"/>
                  </a:lnTo>
                  <a:lnTo>
                    <a:pt x="2030031" y="1142644"/>
                  </a:lnTo>
                  <a:lnTo>
                    <a:pt x="2074409" y="1127545"/>
                  </a:lnTo>
                  <a:lnTo>
                    <a:pt x="2097570" y="1097820"/>
                  </a:lnTo>
                  <a:lnTo>
                    <a:pt x="2097649" y="1097659"/>
                  </a:lnTo>
                  <a:lnTo>
                    <a:pt x="2100628" y="1088780"/>
                  </a:lnTo>
                  <a:lnTo>
                    <a:pt x="2100689" y="1088597"/>
                  </a:lnTo>
                  <a:lnTo>
                    <a:pt x="2102473" y="1079402"/>
                  </a:lnTo>
                  <a:lnTo>
                    <a:pt x="2102512" y="1079200"/>
                  </a:lnTo>
                  <a:lnTo>
                    <a:pt x="2103097" y="1069924"/>
                  </a:lnTo>
                  <a:lnTo>
                    <a:pt x="2103119" y="1069568"/>
                  </a:lnTo>
                  <a:lnTo>
                    <a:pt x="2102751" y="73088"/>
                  </a:lnTo>
                  <a:lnTo>
                    <a:pt x="2087660" y="28710"/>
                  </a:lnTo>
                  <a:lnTo>
                    <a:pt x="2048710" y="2430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509404" y="5102275"/>
              <a:ext cx="2103120" cy="1143000"/>
            </a:xfrm>
            <a:custGeom>
              <a:avLst/>
              <a:gdLst/>
              <a:ahLst/>
              <a:cxnLst/>
              <a:rect l="l" t="t" r="r" b="b"/>
              <a:pathLst>
                <a:path w="2103120" h="11430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9"/>
                  </a:lnTo>
                  <a:lnTo>
                    <a:pt x="2100322" y="54232"/>
                  </a:lnTo>
                  <a:lnTo>
                    <a:pt x="2102751" y="73088"/>
                  </a:lnTo>
                  <a:lnTo>
                    <a:pt x="2103119" y="1069568"/>
                  </a:lnTo>
                  <a:lnTo>
                    <a:pt x="2102512" y="1079200"/>
                  </a:lnTo>
                  <a:lnTo>
                    <a:pt x="2100689" y="1088597"/>
                  </a:lnTo>
                  <a:lnTo>
                    <a:pt x="2074409" y="1127545"/>
                  </a:lnTo>
                  <a:lnTo>
                    <a:pt x="2030031" y="1142644"/>
                  </a:lnTo>
                  <a:lnTo>
                    <a:pt x="73075" y="1142999"/>
                  </a:lnTo>
                  <a:lnTo>
                    <a:pt x="28548" y="1127903"/>
                  </a:lnTo>
                  <a:lnTo>
                    <a:pt x="2428" y="1088780"/>
                  </a:lnTo>
                  <a:lnTo>
                    <a:pt x="0" y="106992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634219" y="5180660"/>
            <a:ext cx="1783080" cy="554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9DD7F"/>
                </a:solidFill>
                <a:latin typeface="Courier New"/>
                <a:cs typeface="Courier New"/>
              </a:rPr>
              <a:t>WEXITSTATUS()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Gets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exit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status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45" dirty="0">
                <a:solidFill>
                  <a:srgbClr val="21D2ED"/>
                </a:solidFill>
              </a:rPr>
              <a:t> </a:t>
            </a:r>
            <a:r>
              <a:rPr spc="-20" dirty="0"/>
              <a:t>Implementation</a:t>
            </a:r>
            <a:r>
              <a:rPr spc="-35" dirty="0"/>
              <a:t> </a:t>
            </a:r>
            <a:r>
              <a:rPr spc="-10" dirty="0"/>
              <a:t>Methodology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8284" y="1279804"/>
            <a:ext cx="457200" cy="4573905"/>
            <a:chOff x="548284" y="1279804"/>
            <a:chExt cx="457200" cy="4573905"/>
          </a:xfrm>
        </p:grpSpPr>
        <p:sp>
          <p:nvSpPr>
            <p:cNvPr id="4" name="object 4"/>
            <p:cNvSpPr/>
            <p:nvPr/>
          </p:nvSpPr>
          <p:spPr>
            <a:xfrm>
              <a:off x="777240" y="1554480"/>
              <a:ext cx="635" cy="4279900"/>
            </a:xfrm>
            <a:custGeom>
              <a:avLst/>
              <a:gdLst/>
              <a:ahLst/>
              <a:cxnLst/>
              <a:rect l="l" t="t" r="r" b="b"/>
              <a:pathLst>
                <a:path w="634" h="4279900">
                  <a:moveTo>
                    <a:pt x="0" y="0"/>
                  </a:moveTo>
                  <a:lnTo>
                    <a:pt x="355" y="4279315"/>
                  </a:lnTo>
                </a:path>
              </a:pathLst>
            </a:custGeom>
            <a:ln w="3815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284" y="12798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39"/>
                  </a:lnTo>
                  <a:lnTo>
                    <a:pt x="114477" y="30594"/>
                  </a:lnTo>
                  <a:lnTo>
                    <a:pt x="67002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4" y="198766"/>
                  </a:lnTo>
                  <a:lnTo>
                    <a:pt x="439936" y="141267"/>
                  </a:lnTo>
                  <a:lnTo>
                    <a:pt x="410005" y="89473"/>
                  </a:lnTo>
                  <a:lnTo>
                    <a:pt x="367877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9815" y="1366101"/>
            <a:ext cx="1352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0" dirty="0">
                <a:solidFill>
                  <a:srgbClr val="050E1E"/>
                </a:solidFill>
                <a:latin typeface="Calibri"/>
                <a:cs typeface="Calibri"/>
              </a:rPr>
              <a:t>1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384" y="1131712"/>
            <a:ext cx="3808095" cy="596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Reads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up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1024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characters,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including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null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character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19824" y="1200415"/>
            <a:ext cx="5526405" cy="616585"/>
            <a:chOff x="6119824" y="1200415"/>
            <a:chExt cx="5526405" cy="616585"/>
          </a:xfrm>
        </p:grpSpPr>
        <p:sp>
          <p:nvSpPr>
            <p:cNvPr id="9" name="object 9"/>
            <p:cNvSpPr/>
            <p:nvPr/>
          </p:nvSpPr>
          <p:spPr>
            <a:xfrm>
              <a:off x="6126124" y="1206715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5458675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548639"/>
                  </a:lnTo>
                  <a:lnTo>
                    <a:pt x="452" y="555493"/>
                  </a:lnTo>
                  <a:lnTo>
                    <a:pt x="466" y="555700"/>
                  </a:lnTo>
                  <a:lnTo>
                    <a:pt x="1798" y="562500"/>
                  </a:lnTo>
                  <a:lnTo>
                    <a:pt x="1843" y="562729"/>
                  </a:lnTo>
                  <a:lnTo>
                    <a:pt x="27355" y="596163"/>
                  </a:lnTo>
                  <a:lnTo>
                    <a:pt x="48065" y="603008"/>
                  </a:lnTo>
                  <a:lnTo>
                    <a:pt x="49212" y="603008"/>
                  </a:lnTo>
                  <a:lnTo>
                    <a:pt x="54711" y="603364"/>
                  </a:lnTo>
                  <a:lnTo>
                    <a:pt x="5459031" y="603008"/>
                  </a:lnTo>
                  <a:lnTo>
                    <a:pt x="5497691" y="587071"/>
                  </a:lnTo>
                  <a:lnTo>
                    <a:pt x="5511836" y="562729"/>
                  </a:lnTo>
                  <a:lnTo>
                    <a:pt x="5511912" y="562500"/>
                  </a:lnTo>
                  <a:lnTo>
                    <a:pt x="5513248" y="555700"/>
                  </a:lnTo>
                  <a:lnTo>
                    <a:pt x="5513289" y="555493"/>
                  </a:lnTo>
                  <a:lnTo>
                    <a:pt x="5513732" y="548639"/>
                  </a:lnTo>
                  <a:lnTo>
                    <a:pt x="5513400" y="54724"/>
                  </a:lnTo>
                  <a:lnTo>
                    <a:pt x="5497463" y="16070"/>
                  </a:lnTo>
                  <a:lnTo>
                    <a:pt x="5465884" y="467"/>
                  </a:lnTo>
                  <a:lnTo>
                    <a:pt x="545867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26124" y="1206715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5458675" y="0"/>
                  </a:lnTo>
                  <a:lnTo>
                    <a:pt x="5497463" y="16070"/>
                  </a:lnTo>
                  <a:lnTo>
                    <a:pt x="5513400" y="54724"/>
                  </a:lnTo>
                  <a:lnTo>
                    <a:pt x="5513755" y="548284"/>
                  </a:lnTo>
                  <a:lnTo>
                    <a:pt x="5513289" y="555493"/>
                  </a:lnTo>
                  <a:lnTo>
                    <a:pt x="5511912" y="562500"/>
                  </a:lnTo>
                  <a:lnTo>
                    <a:pt x="5486399" y="595807"/>
                  </a:lnTo>
                  <a:lnTo>
                    <a:pt x="54711" y="603364"/>
                  </a:lnTo>
                  <a:lnTo>
                    <a:pt x="15925" y="587300"/>
                  </a:lnTo>
                  <a:lnTo>
                    <a:pt x="0" y="54863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50940" y="1404251"/>
            <a:ext cx="3225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fgets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(input,</a:t>
            </a:r>
            <a:r>
              <a:rPr sz="1200" spc="-1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sizeof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(input),</a:t>
            </a:r>
            <a:r>
              <a:rPr sz="1200" spc="-1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stdin);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8284" y="19929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510" y="7739"/>
                </a:lnTo>
                <a:lnTo>
                  <a:pt x="114477" y="30594"/>
                </a:lnTo>
                <a:lnTo>
                  <a:pt x="67002" y="67006"/>
                </a:lnTo>
                <a:lnTo>
                  <a:pt x="30594" y="114477"/>
                </a:lnTo>
                <a:lnTo>
                  <a:pt x="7739" y="169514"/>
                </a:lnTo>
                <a:lnTo>
                  <a:pt x="0" y="228600"/>
                </a:lnTo>
                <a:lnTo>
                  <a:pt x="1946" y="258433"/>
                </a:lnTo>
                <a:lnTo>
                  <a:pt x="17311" y="316080"/>
                </a:lnTo>
                <a:lnTo>
                  <a:pt x="47297" y="367871"/>
                </a:lnTo>
                <a:lnTo>
                  <a:pt x="89473" y="409905"/>
                </a:lnTo>
                <a:lnTo>
                  <a:pt x="141267" y="439888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8"/>
                </a:lnTo>
                <a:lnTo>
                  <a:pt x="367871" y="409905"/>
                </a:lnTo>
                <a:lnTo>
                  <a:pt x="409900" y="367871"/>
                </a:lnTo>
                <a:lnTo>
                  <a:pt x="439883" y="316080"/>
                </a:lnTo>
                <a:lnTo>
                  <a:pt x="455253" y="258433"/>
                </a:lnTo>
                <a:lnTo>
                  <a:pt x="457200" y="228600"/>
                </a:lnTo>
                <a:lnTo>
                  <a:pt x="455253" y="198772"/>
                </a:lnTo>
                <a:lnTo>
                  <a:pt x="439883" y="141269"/>
                </a:lnTo>
                <a:lnTo>
                  <a:pt x="409900" y="89478"/>
                </a:lnTo>
                <a:lnTo>
                  <a:pt x="367871" y="47299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21D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9815" y="2079256"/>
            <a:ext cx="1352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0" dirty="0">
                <a:solidFill>
                  <a:srgbClr val="050E1E"/>
                </a:solidFill>
                <a:latin typeface="Calibri"/>
                <a:cs typeface="Calibri"/>
              </a:rPr>
              <a:t>2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1384" y="1844444"/>
            <a:ext cx="3157855" cy="5975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2: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Parsing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Splits</a:t>
            </a:r>
            <a:r>
              <a:rPr sz="13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|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;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arguments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split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spaces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EB2C7"/>
                </a:solidFill>
                <a:latin typeface="Calibri"/>
                <a:cs typeface="Calibri"/>
              </a:rPr>
              <a:t>tabs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19824" y="1913584"/>
            <a:ext cx="5526405" cy="615950"/>
            <a:chOff x="6119824" y="1913584"/>
            <a:chExt cx="5526405" cy="615950"/>
          </a:xfrm>
        </p:grpSpPr>
        <p:sp>
          <p:nvSpPr>
            <p:cNvPr id="16" name="object 16"/>
            <p:cNvSpPr/>
            <p:nvPr/>
          </p:nvSpPr>
          <p:spPr>
            <a:xfrm>
              <a:off x="6126124" y="1919884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5458675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548639"/>
                  </a:lnTo>
                  <a:lnTo>
                    <a:pt x="452" y="555487"/>
                  </a:lnTo>
                  <a:lnTo>
                    <a:pt x="466" y="555698"/>
                  </a:lnTo>
                  <a:lnTo>
                    <a:pt x="1799" y="562498"/>
                  </a:lnTo>
                  <a:lnTo>
                    <a:pt x="1843" y="562722"/>
                  </a:lnTo>
                  <a:lnTo>
                    <a:pt x="3997" y="569238"/>
                  </a:lnTo>
                  <a:lnTo>
                    <a:pt x="33757" y="599252"/>
                  </a:lnTo>
                  <a:lnTo>
                    <a:pt x="48065" y="602995"/>
                  </a:lnTo>
                  <a:lnTo>
                    <a:pt x="49212" y="602995"/>
                  </a:lnTo>
                  <a:lnTo>
                    <a:pt x="54711" y="603351"/>
                  </a:lnTo>
                  <a:lnTo>
                    <a:pt x="5459031" y="602995"/>
                  </a:lnTo>
                  <a:lnTo>
                    <a:pt x="5497691" y="587070"/>
                  </a:lnTo>
                  <a:lnTo>
                    <a:pt x="5513732" y="548639"/>
                  </a:lnTo>
                  <a:lnTo>
                    <a:pt x="5513755" y="548271"/>
                  </a:lnTo>
                  <a:lnTo>
                    <a:pt x="5513400" y="54711"/>
                  </a:lnTo>
                  <a:lnTo>
                    <a:pt x="5497463" y="16059"/>
                  </a:lnTo>
                  <a:lnTo>
                    <a:pt x="5465884" y="466"/>
                  </a:lnTo>
                  <a:lnTo>
                    <a:pt x="545867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26124" y="1919884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5458675" y="0"/>
                  </a:lnTo>
                  <a:lnTo>
                    <a:pt x="5497463" y="16059"/>
                  </a:lnTo>
                  <a:lnTo>
                    <a:pt x="5513400" y="54711"/>
                  </a:lnTo>
                  <a:lnTo>
                    <a:pt x="5513755" y="548271"/>
                  </a:lnTo>
                  <a:lnTo>
                    <a:pt x="5513289" y="555487"/>
                  </a:lnTo>
                  <a:lnTo>
                    <a:pt x="5511912" y="562498"/>
                  </a:lnTo>
                  <a:lnTo>
                    <a:pt x="5486399" y="595795"/>
                  </a:lnTo>
                  <a:lnTo>
                    <a:pt x="54711" y="603351"/>
                  </a:lnTo>
                  <a:lnTo>
                    <a:pt x="15925" y="587292"/>
                  </a:lnTo>
                  <a:lnTo>
                    <a:pt x="0" y="548639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50940" y="2117420"/>
            <a:ext cx="2859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strtok_r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(input,</a:t>
            </a:r>
            <a:r>
              <a:rPr sz="1200" spc="-1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9DD7F"/>
                </a:solidFill>
                <a:latin typeface="Courier New"/>
                <a:cs typeface="Courier New"/>
              </a:rPr>
              <a:t>"|"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,</a:t>
            </a:r>
            <a:r>
              <a:rPr sz="1200" spc="-1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&amp;saveptr);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8284" y="270611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510" y="7740"/>
                </a:lnTo>
                <a:lnTo>
                  <a:pt x="114477" y="30607"/>
                </a:lnTo>
                <a:lnTo>
                  <a:pt x="67002" y="67008"/>
                </a:lnTo>
                <a:lnTo>
                  <a:pt x="30594" y="114477"/>
                </a:lnTo>
                <a:lnTo>
                  <a:pt x="7739" y="169519"/>
                </a:lnTo>
                <a:lnTo>
                  <a:pt x="0" y="228600"/>
                </a:lnTo>
                <a:lnTo>
                  <a:pt x="1946" y="258438"/>
                </a:lnTo>
                <a:lnTo>
                  <a:pt x="17311" y="316082"/>
                </a:lnTo>
                <a:lnTo>
                  <a:pt x="47297" y="367876"/>
                </a:lnTo>
                <a:lnTo>
                  <a:pt x="89473" y="409907"/>
                </a:lnTo>
                <a:lnTo>
                  <a:pt x="141267" y="439888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8"/>
                </a:lnTo>
                <a:lnTo>
                  <a:pt x="367871" y="409907"/>
                </a:lnTo>
                <a:lnTo>
                  <a:pt x="409900" y="367876"/>
                </a:lnTo>
                <a:lnTo>
                  <a:pt x="439883" y="316082"/>
                </a:lnTo>
                <a:lnTo>
                  <a:pt x="455253" y="258438"/>
                </a:lnTo>
                <a:lnTo>
                  <a:pt x="457200" y="228600"/>
                </a:lnTo>
                <a:lnTo>
                  <a:pt x="455253" y="198774"/>
                </a:lnTo>
                <a:lnTo>
                  <a:pt x="439883" y="141274"/>
                </a:lnTo>
                <a:lnTo>
                  <a:pt x="409900" y="89478"/>
                </a:lnTo>
                <a:lnTo>
                  <a:pt x="367871" y="47305"/>
                </a:lnTo>
                <a:lnTo>
                  <a:pt x="316075" y="17316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21D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09815" y="2792412"/>
            <a:ext cx="1352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0" dirty="0">
                <a:solidFill>
                  <a:srgbClr val="050E1E"/>
                </a:solidFill>
                <a:latin typeface="Calibri"/>
                <a:cs typeface="Calibri"/>
              </a:rPr>
              <a:t>3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1384" y="2558391"/>
            <a:ext cx="2980690" cy="596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3: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Pipe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One</a:t>
            </a:r>
            <a:r>
              <a:rPr sz="13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pipe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for</a:t>
            </a:r>
            <a:r>
              <a:rPr sz="13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command</a:t>
            </a:r>
            <a:r>
              <a:rPr sz="13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except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EB2C7"/>
                </a:solidFill>
                <a:latin typeface="Calibri"/>
                <a:cs typeface="Calibri"/>
              </a:rPr>
              <a:t>last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19824" y="2626740"/>
            <a:ext cx="5526405" cy="616585"/>
            <a:chOff x="6119824" y="2626740"/>
            <a:chExt cx="5526405" cy="616585"/>
          </a:xfrm>
        </p:grpSpPr>
        <p:sp>
          <p:nvSpPr>
            <p:cNvPr id="23" name="object 23"/>
            <p:cNvSpPr/>
            <p:nvPr/>
          </p:nvSpPr>
          <p:spPr>
            <a:xfrm>
              <a:off x="6126124" y="2633040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5458675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48639"/>
                  </a:lnTo>
                  <a:lnTo>
                    <a:pt x="452" y="555493"/>
                  </a:lnTo>
                  <a:lnTo>
                    <a:pt x="466" y="555698"/>
                  </a:lnTo>
                  <a:lnTo>
                    <a:pt x="1799" y="562500"/>
                  </a:lnTo>
                  <a:lnTo>
                    <a:pt x="1843" y="562722"/>
                  </a:lnTo>
                  <a:lnTo>
                    <a:pt x="27355" y="596163"/>
                  </a:lnTo>
                  <a:lnTo>
                    <a:pt x="48008" y="602995"/>
                  </a:lnTo>
                  <a:lnTo>
                    <a:pt x="49037" y="602995"/>
                  </a:lnTo>
                  <a:lnTo>
                    <a:pt x="54711" y="603364"/>
                  </a:lnTo>
                  <a:lnTo>
                    <a:pt x="5459031" y="602995"/>
                  </a:lnTo>
                  <a:lnTo>
                    <a:pt x="5497691" y="587070"/>
                  </a:lnTo>
                  <a:lnTo>
                    <a:pt x="5511838" y="562722"/>
                  </a:lnTo>
                  <a:lnTo>
                    <a:pt x="5511912" y="562500"/>
                  </a:lnTo>
                  <a:lnTo>
                    <a:pt x="5513249" y="555698"/>
                  </a:lnTo>
                  <a:lnTo>
                    <a:pt x="5513289" y="555493"/>
                  </a:lnTo>
                  <a:lnTo>
                    <a:pt x="5513732" y="548639"/>
                  </a:lnTo>
                  <a:lnTo>
                    <a:pt x="5513755" y="548284"/>
                  </a:lnTo>
                  <a:lnTo>
                    <a:pt x="5513400" y="54724"/>
                  </a:lnTo>
                  <a:lnTo>
                    <a:pt x="5497463" y="16063"/>
                  </a:lnTo>
                  <a:lnTo>
                    <a:pt x="5465884" y="466"/>
                  </a:lnTo>
                  <a:lnTo>
                    <a:pt x="545867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26124" y="2633040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5458675" y="0"/>
                  </a:lnTo>
                  <a:lnTo>
                    <a:pt x="5497463" y="16063"/>
                  </a:lnTo>
                  <a:lnTo>
                    <a:pt x="5513400" y="54724"/>
                  </a:lnTo>
                  <a:lnTo>
                    <a:pt x="5513755" y="548284"/>
                  </a:lnTo>
                  <a:lnTo>
                    <a:pt x="5513289" y="555493"/>
                  </a:lnTo>
                  <a:lnTo>
                    <a:pt x="5511912" y="562500"/>
                  </a:lnTo>
                  <a:lnTo>
                    <a:pt x="5486399" y="595795"/>
                  </a:lnTo>
                  <a:lnTo>
                    <a:pt x="54711" y="603364"/>
                  </a:lnTo>
                  <a:lnTo>
                    <a:pt x="15925" y="587294"/>
                  </a:lnTo>
                  <a:lnTo>
                    <a:pt x="0" y="54863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50940" y="2830576"/>
            <a:ext cx="848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pipe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(fd);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48284" y="34196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510" y="7739"/>
                </a:lnTo>
                <a:lnTo>
                  <a:pt x="114477" y="30594"/>
                </a:lnTo>
                <a:lnTo>
                  <a:pt x="67002" y="67006"/>
                </a:lnTo>
                <a:lnTo>
                  <a:pt x="30594" y="114477"/>
                </a:lnTo>
                <a:lnTo>
                  <a:pt x="7739" y="169514"/>
                </a:lnTo>
                <a:lnTo>
                  <a:pt x="0" y="228600"/>
                </a:lnTo>
                <a:lnTo>
                  <a:pt x="1946" y="258433"/>
                </a:lnTo>
                <a:lnTo>
                  <a:pt x="17311" y="316080"/>
                </a:lnTo>
                <a:lnTo>
                  <a:pt x="47297" y="367871"/>
                </a:lnTo>
                <a:lnTo>
                  <a:pt x="89473" y="409905"/>
                </a:lnTo>
                <a:lnTo>
                  <a:pt x="141267" y="439888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8"/>
                </a:lnTo>
                <a:lnTo>
                  <a:pt x="367871" y="409905"/>
                </a:lnTo>
                <a:lnTo>
                  <a:pt x="409900" y="367871"/>
                </a:lnTo>
                <a:lnTo>
                  <a:pt x="439883" y="316080"/>
                </a:lnTo>
                <a:lnTo>
                  <a:pt x="455253" y="258433"/>
                </a:lnTo>
                <a:lnTo>
                  <a:pt x="457200" y="228600"/>
                </a:lnTo>
                <a:lnTo>
                  <a:pt x="455253" y="198772"/>
                </a:lnTo>
                <a:lnTo>
                  <a:pt x="439883" y="141269"/>
                </a:lnTo>
                <a:lnTo>
                  <a:pt x="409900" y="89478"/>
                </a:lnTo>
                <a:lnTo>
                  <a:pt x="367871" y="47299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21D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9815" y="3505936"/>
            <a:ext cx="1352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0" dirty="0">
                <a:solidFill>
                  <a:srgbClr val="050E1E"/>
                </a:solidFill>
                <a:latin typeface="Calibri"/>
                <a:cs typeface="Calibri"/>
              </a:rPr>
              <a:t>4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21384" y="3271560"/>
            <a:ext cx="2960370" cy="596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4: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command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runs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its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own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child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process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119824" y="3339896"/>
            <a:ext cx="5526405" cy="616585"/>
            <a:chOff x="6119824" y="3339896"/>
            <a:chExt cx="5526405" cy="616585"/>
          </a:xfrm>
        </p:grpSpPr>
        <p:sp>
          <p:nvSpPr>
            <p:cNvPr id="30" name="object 30"/>
            <p:cNvSpPr/>
            <p:nvPr/>
          </p:nvSpPr>
          <p:spPr>
            <a:xfrm>
              <a:off x="6126124" y="3346196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5458675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548639"/>
                  </a:lnTo>
                  <a:lnTo>
                    <a:pt x="3994" y="569238"/>
                  </a:lnTo>
                  <a:lnTo>
                    <a:pt x="4098" y="569555"/>
                  </a:lnTo>
                  <a:lnTo>
                    <a:pt x="33757" y="599265"/>
                  </a:lnTo>
                  <a:lnTo>
                    <a:pt x="48065" y="603008"/>
                  </a:lnTo>
                  <a:lnTo>
                    <a:pt x="49212" y="603008"/>
                  </a:lnTo>
                  <a:lnTo>
                    <a:pt x="54711" y="603364"/>
                  </a:lnTo>
                  <a:lnTo>
                    <a:pt x="5459031" y="603008"/>
                  </a:lnTo>
                  <a:lnTo>
                    <a:pt x="5497691" y="587071"/>
                  </a:lnTo>
                  <a:lnTo>
                    <a:pt x="5511836" y="562729"/>
                  </a:lnTo>
                  <a:lnTo>
                    <a:pt x="5511912" y="562500"/>
                  </a:lnTo>
                  <a:lnTo>
                    <a:pt x="5513248" y="555700"/>
                  </a:lnTo>
                  <a:lnTo>
                    <a:pt x="5513289" y="555493"/>
                  </a:lnTo>
                  <a:lnTo>
                    <a:pt x="5513732" y="548639"/>
                  </a:lnTo>
                  <a:lnTo>
                    <a:pt x="5513400" y="54724"/>
                  </a:lnTo>
                  <a:lnTo>
                    <a:pt x="5497463" y="16070"/>
                  </a:lnTo>
                  <a:lnTo>
                    <a:pt x="5465884" y="467"/>
                  </a:lnTo>
                  <a:lnTo>
                    <a:pt x="545867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26124" y="3346196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5458675" y="0"/>
                  </a:lnTo>
                  <a:lnTo>
                    <a:pt x="5497463" y="16070"/>
                  </a:lnTo>
                  <a:lnTo>
                    <a:pt x="5513400" y="54724"/>
                  </a:lnTo>
                  <a:lnTo>
                    <a:pt x="5513755" y="548284"/>
                  </a:lnTo>
                  <a:lnTo>
                    <a:pt x="5513289" y="555493"/>
                  </a:lnTo>
                  <a:lnTo>
                    <a:pt x="5511912" y="562500"/>
                  </a:lnTo>
                  <a:lnTo>
                    <a:pt x="5486399" y="595807"/>
                  </a:lnTo>
                  <a:lnTo>
                    <a:pt x="54711" y="603364"/>
                  </a:lnTo>
                  <a:lnTo>
                    <a:pt x="15925" y="587300"/>
                  </a:lnTo>
                  <a:lnTo>
                    <a:pt x="0" y="54863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250940" y="3543731"/>
            <a:ext cx="1762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pid_t</a:t>
            </a:r>
            <a:r>
              <a:rPr sz="1200" spc="-35" dirty="0">
                <a:solidFill>
                  <a:srgbClr val="A68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pid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fork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48284" y="41327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510" y="7740"/>
                </a:lnTo>
                <a:lnTo>
                  <a:pt x="114477" y="30606"/>
                </a:lnTo>
                <a:lnTo>
                  <a:pt x="67002" y="67008"/>
                </a:lnTo>
                <a:lnTo>
                  <a:pt x="30594" y="114477"/>
                </a:lnTo>
                <a:lnTo>
                  <a:pt x="7739" y="169519"/>
                </a:lnTo>
                <a:lnTo>
                  <a:pt x="0" y="228599"/>
                </a:lnTo>
                <a:lnTo>
                  <a:pt x="1946" y="258438"/>
                </a:lnTo>
                <a:lnTo>
                  <a:pt x="17311" y="316082"/>
                </a:lnTo>
                <a:lnTo>
                  <a:pt x="47297" y="367876"/>
                </a:lnTo>
                <a:lnTo>
                  <a:pt x="89473" y="409907"/>
                </a:lnTo>
                <a:lnTo>
                  <a:pt x="141267" y="439888"/>
                </a:lnTo>
                <a:lnTo>
                  <a:pt x="198766" y="455253"/>
                </a:lnTo>
                <a:lnTo>
                  <a:pt x="228600" y="457199"/>
                </a:lnTo>
                <a:lnTo>
                  <a:pt x="258431" y="455253"/>
                </a:lnTo>
                <a:lnTo>
                  <a:pt x="316075" y="439888"/>
                </a:lnTo>
                <a:lnTo>
                  <a:pt x="367871" y="409907"/>
                </a:lnTo>
                <a:lnTo>
                  <a:pt x="409900" y="367876"/>
                </a:lnTo>
                <a:lnTo>
                  <a:pt x="439883" y="316082"/>
                </a:lnTo>
                <a:lnTo>
                  <a:pt x="455253" y="258438"/>
                </a:lnTo>
                <a:lnTo>
                  <a:pt x="457200" y="228599"/>
                </a:lnTo>
                <a:lnTo>
                  <a:pt x="455253" y="198774"/>
                </a:lnTo>
                <a:lnTo>
                  <a:pt x="439883" y="141274"/>
                </a:lnTo>
                <a:lnTo>
                  <a:pt x="409900" y="89478"/>
                </a:lnTo>
                <a:lnTo>
                  <a:pt x="367871" y="47305"/>
                </a:lnTo>
                <a:lnTo>
                  <a:pt x="316075" y="17316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21D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09815" y="4219092"/>
            <a:ext cx="1352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0" dirty="0">
                <a:solidFill>
                  <a:srgbClr val="050E1E"/>
                </a:solidFill>
                <a:latin typeface="Calibri"/>
                <a:cs typeface="Calibri"/>
              </a:rPr>
              <a:t>5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21384" y="3984716"/>
            <a:ext cx="2805430" cy="596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5: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Previous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pipe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stdin,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new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pipe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stdout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19824" y="4053420"/>
            <a:ext cx="5526405" cy="616585"/>
            <a:chOff x="6119824" y="4053420"/>
            <a:chExt cx="5526405" cy="616585"/>
          </a:xfrm>
        </p:grpSpPr>
        <p:sp>
          <p:nvSpPr>
            <p:cNvPr id="37" name="object 37"/>
            <p:cNvSpPr/>
            <p:nvPr/>
          </p:nvSpPr>
          <p:spPr>
            <a:xfrm>
              <a:off x="6126124" y="4059719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5458675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48639"/>
                  </a:lnTo>
                  <a:lnTo>
                    <a:pt x="452" y="555493"/>
                  </a:lnTo>
                  <a:lnTo>
                    <a:pt x="466" y="555698"/>
                  </a:lnTo>
                  <a:lnTo>
                    <a:pt x="1799" y="562500"/>
                  </a:lnTo>
                  <a:lnTo>
                    <a:pt x="1843" y="562722"/>
                  </a:lnTo>
                  <a:lnTo>
                    <a:pt x="3997" y="569238"/>
                  </a:lnTo>
                  <a:lnTo>
                    <a:pt x="4098" y="569544"/>
                  </a:lnTo>
                  <a:lnTo>
                    <a:pt x="7200" y="575995"/>
                  </a:lnTo>
                  <a:lnTo>
                    <a:pt x="40495" y="601516"/>
                  </a:lnTo>
                  <a:lnTo>
                    <a:pt x="48008" y="602995"/>
                  </a:lnTo>
                  <a:lnTo>
                    <a:pt x="49037" y="602995"/>
                  </a:lnTo>
                  <a:lnTo>
                    <a:pt x="54711" y="603364"/>
                  </a:lnTo>
                  <a:lnTo>
                    <a:pt x="5459031" y="602995"/>
                  </a:lnTo>
                  <a:lnTo>
                    <a:pt x="5497691" y="587070"/>
                  </a:lnTo>
                  <a:lnTo>
                    <a:pt x="5511838" y="562722"/>
                  </a:lnTo>
                  <a:lnTo>
                    <a:pt x="5511912" y="562500"/>
                  </a:lnTo>
                  <a:lnTo>
                    <a:pt x="5513249" y="555698"/>
                  </a:lnTo>
                  <a:lnTo>
                    <a:pt x="5513289" y="555493"/>
                  </a:lnTo>
                  <a:lnTo>
                    <a:pt x="5513732" y="548639"/>
                  </a:lnTo>
                  <a:lnTo>
                    <a:pt x="5513755" y="548284"/>
                  </a:lnTo>
                  <a:lnTo>
                    <a:pt x="5513400" y="54724"/>
                  </a:lnTo>
                  <a:lnTo>
                    <a:pt x="5497463" y="16063"/>
                  </a:lnTo>
                  <a:lnTo>
                    <a:pt x="5465884" y="466"/>
                  </a:lnTo>
                  <a:lnTo>
                    <a:pt x="545867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26124" y="4059719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5458675" y="0"/>
                  </a:lnTo>
                  <a:lnTo>
                    <a:pt x="5497463" y="16063"/>
                  </a:lnTo>
                  <a:lnTo>
                    <a:pt x="5513400" y="54724"/>
                  </a:lnTo>
                  <a:lnTo>
                    <a:pt x="5513755" y="548284"/>
                  </a:lnTo>
                  <a:lnTo>
                    <a:pt x="5513289" y="555493"/>
                  </a:lnTo>
                  <a:lnTo>
                    <a:pt x="5511912" y="562500"/>
                  </a:lnTo>
                  <a:lnTo>
                    <a:pt x="5486399" y="595795"/>
                  </a:lnTo>
                  <a:lnTo>
                    <a:pt x="54711" y="603364"/>
                  </a:lnTo>
                  <a:lnTo>
                    <a:pt x="15925" y="587294"/>
                  </a:lnTo>
                  <a:lnTo>
                    <a:pt x="0" y="54863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250940" y="4165815"/>
            <a:ext cx="3134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dup2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(previous_read,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ABE23"/>
                </a:solidFill>
                <a:latin typeface="Courier New"/>
                <a:cs typeface="Courier New"/>
              </a:rPr>
              <a:t>STDIN_FILENO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);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dup2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(fd[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],</a:t>
            </a:r>
            <a:r>
              <a:rPr sz="12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ABE23"/>
                </a:solidFill>
                <a:latin typeface="Courier New"/>
                <a:cs typeface="Courier New"/>
              </a:rPr>
              <a:t>STDOUT_FILENO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48284" y="48459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510" y="7739"/>
                </a:lnTo>
                <a:lnTo>
                  <a:pt x="114477" y="30594"/>
                </a:lnTo>
                <a:lnTo>
                  <a:pt x="67002" y="67002"/>
                </a:lnTo>
                <a:lnTo>
                  <a:pt x="30594" y="114477"/>
                </a:lnTo>
                <a:lnTo>
                  <a:pt x="7739" y="169510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7" y="367871"/>
                </a:lnTo>
                <a:lnTo>
                  <a:pt x="89473" y="409900"/>
                </a:lnTo>
                <a:lnTo>
                  <a:pt x="141267" y="439883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3"/>
                </a:lnTo>
                <a:lnTo>
                  <a:pt x="367871" y="409900"/>
                </a:lnTo>
                <a:lnTo>
                  <a:pt x="409900" y="367871"/>
                </a:lnTo>
                <a:lnTo>
                  <a:pt x="439883" y="316075"/>
                </a:lnTo>
                <a:lnTo>
                  <a:pt x="455253" y="258431"/>
                </a:lnTo>
                <a:lnTo>
                  <a:pt x="457200" y="228600"/>
                </a:lnTo>
                <a:lnTo>
                  <a:pt x="455253" y="198766"/>
                </a:lnTo>
                <a:lnTo>
                  <a:pt x="439883" y="141267"/>
                </a:lnTo>
                <a:lnTo>
                  <a:pt x="409900" y="89473"/>
                </a:lnTo>
                <a:lnTo>
                  <a:pt x="367871" y="47297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21D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09815" y="4932260"/>
            <a:ext cx="1352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0" dirty="0">
                <a:solidFill>
                  <a:srgbClr val="050E1E"/>
                </a:solidFill>
                <a:latin typeface="Calibri"/>
                <a:cs typeface="Calibri"/>
              </a:rPr>
              <a:t>6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21384" y="4697872"/>
            <a:ext cx="3276600" cy="596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6: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child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replaces</a:t>
            </a:r>
            <a:r>
              <a:rPr sz="13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itself</a:t>
            </a:r>
            <a:r>
              <a:rPr sz="13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with</a:t>
            </a:r>
            <a:r>
              <a:rPr sz="13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Linux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command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119824" y="4766576"/>
            <a:ext cx="5526405" cy="616585"/>
            <a:chOff x="6119824" y="4766576"/>
            <a:chExt cx="5526405" cy="616585"/>
          </a:xfrm>
        </p:grpSpPr>
        <p:sp>
          <p:nvSpPr>
            <p:cNvPr id="44" name="object 44"/>
            <p:cNvSpPr/>
            <p:nvPr/>
          </p:nvSpPr>
          <p:spPr>
            <a:xfrm>
              <a:off x="6126124" y="4772876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5458675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548639"/>
                  </a:lnTo>
                  <a:lnTo>
                    <a:pt x="3994" y="569238"/>
                  </a:lnTo>
                  <a:lnTo>
                    <a:pt x="4098" y="569555"/>
                  </a:lnTo>
                  <a:lnTo>
                    <a:pt x="33757" y="599265"/>
                  </a:lnTo>
                  <a:lnTo>
                    <a:pt x="48065" y="603008"/>
                  </a:lnTo>
                  <a:lnTo>
                    <a:pt x="49212" y="603008"/>
                  </a:lnTo>
                  <a:lnTo>
                    <a:pt x="54711" y="603364"/>
                  </a:lnTo>
                  <a:lnTo>
                    <a:pt x="5459031" y="603008"/>
                  </a:lnTo>
                  <a:lnTo>
                    <a:pt x="5497691" y="587071"/>
                  </a:lnTo>
                  <a:lnTo>
                    <a:pt x="5511836" y="562729"/>
                  </a:lnTo>
                  <a:lnTo>
                    <a:pt x="5511912" y="562500"/>
                  </a:lnTo>
                  <a:lnTo>
                    <a:pt x="5513248" y="555700"/>
                  </a:lnTo>
                  <a:lnTo>
                    <a:pt x="5513289" y="555493"/>
                  </a:lnTo>
                  <a:lnTo>
                    <a:pt x="5513732" y="548639"/>
                  </a:lnTo>
                  <a:lnTo>
                    <a:pt x="5513400" y="54724"/>
                  </a:lnTo>
                  <a:lnTo>
                    <a:pt x="5497463" y="16070"/>
                  </a:lnTo>
                  <a:lnTo>
                    <a:pt x="5465884" y="467"/>
                  </a:lnTo>
                  <a:lnTo>
                    <a:pt x="545867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126124" y="4772876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5458675" y="0"/>
                  </a:lnTo>
                  <a:lnTo>
                    <a:pt x="5497463" y="16070"/>
                  </a:lnTo>
                  <a:lnTo>
                    <a:pt x="5513400" y="54724"/>
                  </a:lnTo>
                  <a:lnTo>
                    <a:pt x="5513755" y="548284"/>
                  </a:lnTo>
                  <a:lnTo>
                    <a:pt x="5513289" y="555493"/>
                  </a:lnTo>
                  <a:lnTo>
                    <a:pt x="5511912" y="562500"/>
                  </a:lnTo>
                  <a:lnTo>
                    <a:pt x="5486399" y="595807"/>
                  </a:lnTo>
                  <a:lnTo>
                    <a:pt x="54711" y="603364"/>
                  </a:lnTo>
                  <a:lnTo>
                    <a:pt x="15925" y="587300"/>
                  </a:lnTo>
                  <a:lnTo>
                    <a:pt x="0" y="54863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250940" y="4970411"/>
            <a:ext cx="2585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execvp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(argv[i][</a:t>
            </a:r>
            <a:r>
              <a:rPr sz="1200" spc="-10" dirty="0">
                <a:solidFill>
                  <a:srgbClr val="FABE23"/>
                </a:solidFill>
                <a:latin typeface="Courier New"/>
                <a:cs typeface="Courier New"/>
              </a:rPr>
              <a:t>0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],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argv[i]);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48284" y="55591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510" y="7739"/>
                </a:lnTo>
                <a:lnTo>
                  <a:pt x="114477" y="30594"/>
                </a:lnTo>
                <a:lnTo>
                  <a:pt x="67002" y="67006"/>
                </a:lnTo>
                <a:lnTo>
                  <a:pt x="30594" y="114477"/>
                </a:lnTo>
                <a:lnTo>
                  <a:pt x="7739" y="169514"/>
                </a:lnTo>
                <a:lnTo>
                  <a:pt x="0" y="228600"/>
                </a:lnTo>
                <a:lnTo>
                  <a:pt x="1946" y="258433"/>
                </a:lnTo>
                <a:lnTo>
                  <a:pt x="17311" y="316080"/>
                </a:lnTo>
                <a:lnTo>
                  <a:pt x="47297" y="367871"/>
                </a:lnTo>
                <a:lnTo>
                  <a:pt x="89473" y="409905"/>
                </a:lnTo>
                <a:lnTo>
                  <a:pt x="141267" y="439888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8"/>
                </a:lnTo>
                <a:lnTo>
                  <a:pt x="367871" y="409905"/>
                </a:lnTo>
                <a:lnTo>
                  <a:pt x="409900" y="367871"/>
                </a:lnTo>
                <a:lnTo>
                  <a:pt x="439883" y="316080"/>
                </a:lnTo>
                <a:lnTo>
                  <a:pt x="455253" y="258433"/>
                </a:lnTo>
                <a:lnTo>
                  <a:pt x="457200" y="228600"/>
                </a:lnTo>
                <a:lnTo>
                  <a:pt x="455253" y="198772"/>
                </a:lnTo>
                <a:lnTo>
                  <a:pt x="439883" y="141269"/>
                </a:lnTo>
                <a:lnTo>
                  <a:pt x="409900" y="89478"/>
                </a:lnTo>
                <a:lnTo>
                  <a:pt x="367871" y="47299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21D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09815" y="5645416"/>
            <a:ext cx="1352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0" dirty="0">
                <a:solidFill>
                  <a:srgbClr val="050E1E"/>
                </a:solidFill>
                <a:latin typeface="Calibri"/>
                <a:cs typeface="Calibri"/>
              </a:rPr>
              <a:t>7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21384" y="5410603"/>
            <a:ext cx="2781935" cy="5975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7: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Synchronization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parent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waits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every</a:t>
            </a:r>
            <a:r>
              <a:rPr sz="130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launched</a:t>
            </a:r>
            <a:r>
              <a:rPr sz="13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EB2C7"/>
                </a:solidFill>
                <a:latin typeface="Calibri"/>
                <a:cs typeface="Calibri"/>
              </a:rPr>
              <a:t>child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119824" y="5479744"/>
            <a:ext cx="5526405" cy="615950"/>
            <a:chOff x="6119824" y="5479744"/>
            <a:chExt cx="5526405" cy="615950"/>
          </a:xfrm>
        </p:grpSpPr>
        <p:sp>
          <p:nvSpPr>
            <p:cNvPr id="51" name="object 51"/>
            <p:cNvSpPr/>
            <p:nvPr/>
          </p:nvSpPr>
          <p:spPr>
            <a:xfrm>
              <a:off x="6126124" y="5486044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5458675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548640"/>
                  </a:lnTo>
                  <a:lnTo>
                    <a:pt x="452" y="555487"/>
                  </a:lnTo>
                  <a:lnTo>
                    <a:pt x="466" y="555698"/>
                  </a:lnTo>
                  <a:lnTo>
                    <a:pt x="1799" y="562498"/>
                  </a:lnTo>
                  <a:lnTo>
                    <a:pt x="1843" y="562722"/>
                  </a:lnTo>
                  <a:lnTo>
                    <a:pt x="3997" y="569238"/>
                  </a:lnTo>
                  <a:lnTo>
                    <a:pt x="33757" y="599252"/>
                  </a:lnTo>
                  <a:lnTo>
                    <a:pt x="48065" y="602996"/>
                  </a:lnTo>
                  <a:lnTo>
                    <a:pt x="49212" y="602996"/>
                  </a:lnTo>
                  <a:lnTo>
                    <a:pt x="54711" y="603351"/>
                  </a:lnTo>
                  <a:lnTo>
                    <a:pt x="5459031" y="602996"/>
                  </a:lnTo>
                  <a:lnTo>
                    <a:pt x="5497691" y="587070"/>
                  </a:lnTo>
                  <a:lnTo>
                    <a:pt x="5513732" y="548640"/>
                  </a:lnTo>
                  <a:lnTo>
                    <a:pt x="5513755" y="548271"/>
                  </a:lnTo>
                  <a:lnTo>
                    <a:pt x="5513400" y="54711"/>
                  </a:lnTo>
                  <a:lnTo>
                    <a:pt x="5497463" y="16059"/>
                  </a:lnTo>
                  <a:lnTo>
                    <a:pt x="5465884" y="466"/>
                  </a:lnTo>
                  <a:lnTo>
                    <a:pt x="545867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26124" y="5486044"/>
              <a:ext cx="5514340" cy="603885"/>
            </a:xfrm>
            <a:custGeom>
              <a:avLst/>
              <a:gdLst/>
              <a:ahLst/>
              <a:cxnLst/>
              <a:rect l="l" t="t" r="r" b="b"/>
              <a:pathLst>
                <a:path w="5514340" h="60388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5458675" y="0"/>
                  </a:lnTo>
                  <a:lnTo>
                    <a:pt x="5497463" y="16059"/>
                  </a:lnTo>
                  <a:lnTo>
                    <a:pt x="5513400" y="54711"/>
                  </a:lnTo>
                  <a:lnTo>
                    <a:pt x="5513755" y="548271"/>
                  </a:lnTo>
                  <a:lnTo>
                    <a:pt x="5513289" y="555487"/>
                  </a:lnTo>
                  <a:lnTo>
                    <a:pt x="5511912" y="562498"/>
                  </a:lnTo>
                  <a:lnTo>
                    <a:pt x="5486399" y="595795"/>
                  </a:lnTo>
                  <a:lnTo>
                    <a:pt x="54711" y="603351"/>
                  </a:lnTo>
                  <a:lnTo>
                    <a:pt x="15925" y="587292"/>
                  </a:lnTo>
                  <a:lnTo>
                    <a:pt x="0" y="548640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250940" y="5683580"/>
            <a:ext cx="2677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waitpid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(pids[i],</a:t>
            </a:r>
            <a:r>
              <a:rPr sz="12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&amp;status,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ABE23"/>
                </a:solidFill>
                <a:latin typeface="Courier New"/>
                <a:cs typeface="Courier New"/>
              </a:rPr>
              <a:t>0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75" dirty="0">
                <a:solidFill>
                  <a:srgbClr val="21D2ED"/>
                </a:solidFill>
              </a:rPr>
              <a:t> </a:t>
            </a:r>
            <a:r>
              <a:rPr dirty="0"/>
              <a:t>Core</a:t>
            </a:r>
            <a:r>
              <a:rPr spc="-7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584" y="1176019"/>
            <a:ext cx="16967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21D2ED"/>
                </a:solidFill>
                <a:latin typeface="Calibri"/>
                <a:cs typeface="Calibri"/>
              </a:rPr>
              <a:t>1.</a:t>
            </a:r>
            <a:r>
              <a:rPr sz="1350" b="1" spc="-3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35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47664" y="1176019"/>
            <a:ext cx="22339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21D2ED"/>
                </a:solidFill>
                <a:latin typeface="Calibri"/>
                <a:cs typeface="Calibri"/>
              </a:rPr>
              <a:t>4.</a:t>
            </a:r>
            <a:r>
              <a:rPr sz="1350" b="1" spc="-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sz="13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Pipes</a:t>
            </a:r>
            <a:r>
              <a:rPr sz="13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3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1984" y="1456740"/>
            <a:ext cx="5041900" cy="762635"/>
            <a:chOff x="541984" y="1456740"/>
            <a:chExt cx="5041900" cy="762635"/>
          </a:xfrm>
        </p:grpSpPr>
        <p:sp>
          <p:nvSpPr>
            <p:cNvPr id="5" name="object 5"/>
            <p:cNvSpPr/>
            <p:nvPr/>
          </p:nvSpPr>
          <p:spPr>
            <a:xfrm>
              <a:off x="548284" y="1463039"/>
              <a:ext cx="5029200" cy="749935"/>
            </a:xfrm>
            <a:custGeom>
              <a:avLst/>
              <a:gdLst/>
              <a:ahLst/>
              <a:cxnLst/>
              <a:rect l="l" t="t" r="r" b="b"/>
              <a:pathLst>
                <a:path w="5029200" h="749935">
                  <a:moveTo>
                    <a:pt x="497412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695159"/>
                  </a:lnTo>
                  <a:lnTo>
                    <a:pt x="3997" y="715758"/>
                  </a:lnTo>
                  <a:lnTo>
                    <a:pt x="4098" y="716064"/>
                  </a:lnTo>
                  <a:lnTo>
                    <a:pt x="33757" y="745780"/>
                  </a:lnTo>
                  <a:lnTo>
                    <a:pt x="48008" y="749515"/>
                  </a:lnTo>
                  <a:lnTo>
                    <a:pt x="49037" y="749515"/>
                  </a:lnTo>
                  <a:lnTo>
                    <a:pt x="54711" y="749884"/>
                  </a:lnTo>
                  <a:lnTo>
                    <a:pt x="4974475" y="749515"/>
                  </a:lnTo>
                  <a:lnTo>
                    <a:pt x="5013129" y="733590"/>
                  </a:lnTo>
                  <a:lnTo>
                    <a:pt x="5027277" y="709242"/>
                  </a:lnTo>
                  <a:lnTo>
                    <a:pt x="5027352" y="709020"/>
                  </a:lnTo>
                  <a:lnTo>
                    <a:pt x="5028691" y="702218"/>
                  </a:lnTo>
                  <a:lnTo>
                    <a:pt x="5028732" y="702012"/>
                  </a:lnTo>
                  <a:lnTo>
                    <a:pt x="5029176" y="695159"/>
                  </a:lnTo>
                  <a:lnTo>
                    <a:pt x="5028831" y="54724"/>
                  </a:lnTo>
                  <a:lnTo>
                    <a:pt x="5012905" y="16063"/>
                  </a:lnTo>
                  <a:lnTo>
                    <a:pt x="4981328" y="466"/>
                  </a:lnTo>
                  <a:lnTo>
                    <a:pt x="4974120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284" y="1463039"/>
              <a:ext cx="5029200" cy="749935"/>
            </a:xfrm>
            <a:custGeom>
              <a:avLst/>
              <a:gdLst/>
              <a:ahLst/>
              <a:cxnLst/>
              <a:rect l="l" t="t" r="r" b="b"/>
              <a:pathLst>
                <a:path w="5029200" h="74993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4974120" y="0"/>
                  </a:lnTo>
                  <a:lnTo>
                    <a:pt x="5012905" y="16063"/>
                  </a:lnTo>
                  <a:lnTo>
                    <a:pt x="5028831" y="54724"/>
                  </a:lnTo>
                  <a:lnTo>
                    <a:pt x="5029200" y="694804"/>
                  </a:lnTo>
                  <a:lnTo>
                    <a:pt x="5028732" y="702012"/>
                  </a:lnTo>
                  <a:lnTo>
                    <a:pt x="5027352" y="709020"/>
                  </a:lnTo>
                  <a:lnTo>
                    <a:pt x="5001831" y="742314"/>
                  </a:lnTo>
                  <a:lnTo>
                    <a:pt x="54711" y="749884"/>
                  </a:lnTo>
                  <a:lnTo>
                    <a:pt x="15925" y="733813"/>
                  </a:lnTo>
                  <a:lnTo>
                    <a:pt x="0" y="69515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3100" y="1550771"/>
            <a:ext cx="2128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371B5"/>
                </a:solidFill>
                <a:latin typeface="Courier New"/>
                <a:cs typeface="Courier New"/>
              </a:rPr>
              <a:t>#define</a:t>
            </a:r>
            <a:r>
              <a:rPr sz="1200" spc="-114" dirty="0">
                <a:solidFill>
                  <a:srgbClr val="F371B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MAX_COMMANDS</a:t>
            </a:r>
            <a:r>
              <a:rPr sz="1200" spc="-105" dirty="0">
                <a:solidFill>
                  <a:srgbClr val="FABE23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ABE23"/>
                </a:solidFill>
                <a:latin typeface="Courier New"/>
                <a:cs typeface="Courier New"/>
              </a:rPr>
              <a:t>10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371B5"/>
                </a:solidFill>
                <a:latin typeface="Courier New"/>
                <a:cs typeface="Courier New"/>
              </a:rPr>
              <a:t>#define</a:t>
            </a:r>
            <a:r>
              <a:rPr sz="1200" spc="-90" dirty="0">
                <a:solidFill>
                  <a:srgbClr val="F371B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MAX_ARGS</a:t>
            </a:r>
            <a:r>
              <a:rPr sz="1200" spc="-85" dirty="0">
                <a:solidFill>
                  <a:srgbClr val="FABE23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ABE23"/>
                </a:solidFill>
                <a:latin typeface="Courier New"/>
                <a:cs typeface="Courier New"/>
              </a:rPr>
              <a:t>20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371B5"/>
                </a:solidFill>
                <a:latin typeface="Courier New"/>
                <a:cs typeface="Courier New"/>
              </a:rPr>
              <a:t>#define</a:t>
            </a:r>
            <a:r>
              <a:rPr sz="1200" spc="-95" dirty="0">
                <a:solidFill>
                  <a:srgbClr val="F371B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MAX_INPUT</a:t>
            </a:r>
            <a:r>
              <a:rPr sz="1200" spc="-95" dirty="0">
                <a:solidFill>
                  <a:srgbClr val="FABE23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FABE23"/>
                </a:solidFill>
                <a:latin typeface="Courier New"/>
                <a:cs typeface="Courier New"/>
              </a:rPr>
              <a:t>1024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584" y="2364739"/>
            <a:ext cx="11823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21D2ED"/>
                </a:solidFill>
                <a:latin typeface="Calibri"/>
                <a:cs typeface="Calibri"/>
              </a:rPr>
              <a:t>2.</a:t>
            </a:r>
            <a:r>
              <a:rPr sz="1350" b="1" spc="-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Reading</a:t>
            </a:r>
            <a:r>
              <a:rPr sz="13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754064" y="1456740"/>
            <a:ext cx="5892165" cy="1494155"/>
            <a:chOff x="5754064" y="1456740"/>
            <a:chExt cx="5892165" cy="1494155"/>
          </a:xfrm>
        </p:grpSpPr>
        <p:sp>
          <p:nvSpPr>
            <p:cNvPr id="23" name="object 23"/>
            <p:cNvSpPr/>
            <p:nvPr/>
          </p:nvSpPr>
          <p:spPr>
            <a:xfrm>
              <a:off x="5760364" y="1463039"/>
              <a:ext cx="5880100" cy="1481455"/>
            </a:xfrm>
            <a:custGeom>
              <a:avLst/>
              <a:gdLst/>
              <a:ahLst/>
              <a:cxnLst/>
              <a:rect l="l" t="t" r="r" b="b"/>
              <a:pathLst>
                <a:path w="5880100" h="1481455">
                  <a:moveTo>
                    <a:pt x="5824435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1426679"/>
                  </a:lnTo>
                  <a:lnTo>
                    <a:pt x="3997" y="1447278"/>
                  </a:lnTo>
                  <a:lnTo>
                    <a:pt x="4098" y="1447584"/>
                  </a:lnTo>
                  <a:lnTo>
                    <a:pt x="33757" y="1477300"/>
                  </a:lnTo>
                  <a:lnTo>
                    <a:pt x="48008" y="1481035"/>
                  </a:lnTo>
                  <a:lnTo>
                    <a:pt x="49037" y="1481035"/>
                  </a:lnTo>
                  <a:lnTo>
                    <a:pt x="54711" y="1481404"/>
                  </a:lnTo>
                  <a:lnTo>
                    <a:pt x="5824791" y="1481035"/>
                  </a:lnTo>
                  <a:lnTo>
                    <a:pt x="5863451" y="1465110"/>
                  </a:lnTo>
                  <a:lnTo>
                    <a:pt x="5877598" y="1440762"/>
                  </a:lnTo>
                  <a:lnTo>
                    <a:pt x="5877672" y="1440540"/>
                  </a:lnTo>
                  <a:lnTo>
                    <a:pt x="5879009" y="1433738"/>
                  </a:lnTo>
                  <a:lnTo>
                    <a:pt x="5879049" y="1433532"/>
                  </a:lnTo>
                  <a:lnTo>
                    <a:pt x="5879492" y="1426679"/>
                  </a:lnTo>
                  <a:lnTo>
                    <a:pt x="5879515" y="1426324"/>
                  </a:lnTo>
                  <a:lnTo>
                    <a:pt x="5879160" y="54724"/>
                  </a:lnTo>
                  <a:lnTo>
                    <a:pt x="5863223" y="16063"/>
                  </a:lnTo>
                  <a:lnTo>
                    <a:pt x="5831644" y="466"/>
                  </a:lnTo>
                  <a:lnTo>
                    <a:pt x="582443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60364" y="1463039"/>
              <a:ext cx="5880100" cy="1481455"/>
            </a:xfrm>
            <a:custGeom>
              <a:avLst/>
              <a:gdLst/>
              <a:ahLst/>
              <a:cxnLst/>
              <a:rect l="l" t="t" r="r" b="b"/>
              <a:pathLst>
                <a:path w="5880100" h="14814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5824435" y="0"/>
                  </a:lnTo>
                  <a:lnTo>
                    <a:pt x="5863223" y="16063"/>
                  </a:lnTo>
                  <a:lnTo>
                    <a:pt x="5879160" y="54724"/>
                  </a:lnTo>
                  <a:lnTo>
                    <a:pt x="5879515" y="1426324"/>
                  </a:lnTo>
                  <a:lnTo>
                    <a:pt x="5879049" y="1433532"/>
                  </a:lnTo>
                  <a:lnTo>
                    <a:pt x="5877672" y="1440540"/>
                  </a:lnTo>
                  <a:lnTo>
                    <a:pt x="5852159" y="1473835"/>
                  </a:lnTo>
                  <a:lnTo>
                    <a:pt x="54711" y="1481404"/>
                  </a:lnTo>
                  <a:lnTo>
                    <a:pt x="15925" y="1465333"/>
                  </a:lnTo>
                  <a:lnTo>
                    <a:pt x="0" y="14266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885179" y="1550771"/>
            <a:ext cx="35001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57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if</a:t>
            </a:r>
            <a:r>
              <a:rPr sz="1200" spc="-30" dirty="0">
                <a:solidFill>
                  <a:srgbClr val="A68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(i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&lt;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count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2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1</a:t>
            </a:r>
            <a:r>
              <a:rPr sz="1200" spc="-30" dirty="0">
                <a:solidFill>
                  <a:srgbClr val="FABE23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&amp;&amp;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pipe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(fd)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==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{ </a:t>
            </a: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perror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49DD7F"/>
                </a:solidFill>
                <a:latin typeface="Courier New"/>
                <a:cs typeface="Courier New"/>
              </a:rPr>
              <a:t>"pipe"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378460" marR="210756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failed</a:t>
            </a:r>
            <a:r>
              <a:rPr sz="12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35" dirty="0">
                <a:solidFill>
                  <a:srgbClr val="FABE23"/>
                </a:solidFill>
                <a:latin typeface="Courier New"/>
                <a:cs typeface="Courier New"/>
              </a:rPr>
              <a:t>1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; </a:t>
            </a:r>
            <a:r>
              <a:rPr sz="1200" spc="-10" dirty="0">
                <a:solidFill>
                  <a:srgbClr val="A68AF9"/>
                </a:solidFill>
                <a:latin typeface="Courier New"/>
                <a:cs typeface="Courier New"/>
              </a:rPr>
              <a:t>break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1984" y="2645460"/>
            <a:ext cx="5041900" cy="579755"/>
            <a:chOff x="541984" y="2645460"/>
            <a:chExt cx="5041900" cy="579755"/>
          </a:xfrm>
        </p:grpSpPr>
        <p:sp>
          <p:nvSpPr>
            <p:cNvPr id="10" name="object 10"/>
            <p:cNvSpPr/>
            <p:nvPr/>
          </p:nvSpPr>
          <p:spPr>
            <a:xfrm>
              <a:off x="548284" y="2651759"/>
              <a:ext cx="5029200" cy="567055"/>
            </a:xfrm>
            <a:custGeom>
              <a:avLst/>
              <a:gdLst/>
              <a:ahLst/>
              <a:cxnLst/>
              <a:rect l="l" t="t" r="r" b="b"/>
              <a:pathLst>
                <a:path w="5029200" h="567055">
                  <a:moveTo>
                    <a:pt x="497412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7200" y="539635"/>
                  </a:lnTo>
                  <a:lnTo>
                    <a:pt x="40495" y="565156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4974475" y="566635"/>
                  </a:lnTo>
                  <a:lnTo>
                    <a:pt x="5013129" y="550710"/>
                  </a:lnTo>
                  <a:lnTo>
                    <a:pt x="5027277" y="526362"/>
                  </a:lnTo>
                  <a:lnTo>
                    <a:pt x="5027352" y="526140"/>
                  </a:lnTo>
                  <a:lnTo>
                    <a:pt x="5028691" y="519338"/>
                  </a:lnTo>
                  <a:lnTo>
                    <a:pt x="5028732" y="519132"/>
                  </a:lnTo>
                  <a:lnTo>
                    <a:pt x="5029176" y="512279"/>
                  </a:lnTo>
                  <a:lnTo>
                    <a:pt x="5028831" y="54724"/>
                  </a:lnTo>
                  <a:lnTo>
                    <a:pt x="5012905" y="16063"/>
                  </a:lnTo>
                  <a:lnTo>
                    <a:pt x="4981328" y="466"/>
                  </a:lnTo>
                  <a:lnTo>
                    <a:pt x="4974120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8284" y="2651759"/>
              <a:ext cx="5029200" cy="567055"/>
            </a:xfrm>
            <a:custGeom>
              <a:avLst/>
              <a:gdLst/>
              <a:ahLst/>
              <a:cxnLst/>
              <a:rect l="l" t="t" r="r" b="b"/>
              <a:pathLst>
                <a:path w="5029200" h="5670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4974120" y="0"/>
                  </a:lnTo>
                  <a:lnTo>
                    <a:pt x="5012905" y="16063"/>
                  </a:lnTo>
                  <a:lnTo>
                    <a:pt x="5028831" y="54724"/>
                  </a:lnTo>
                  <a:lnTo>
                    <a:pt x="5029200" y="511924"/>
                  </a:lnTo>
                  <a:lnTo>
                    <a:pt x="5028732" y="519132"/>
                  </a:lnTo>
                  <a:lnTo>
                    <a:pt x="5027352" y="526140"/>
                  </a:lnTo>
                  <a:lnTo>
                    <a:pt x="500183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85179" y="2648051"/>
            <a:ext cx="1762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pid_t</a:t>
            </a:r>
            <a:r>
              <a:rPr sz="1200" spc="-35" dirty="0">
                <a:solidFill>
                  <a:srgbClr val="A68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pid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fork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100" y="2739491"/>
            <a:ext cx="322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fgets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(input,</a:t>
            </a:r>
            <a:r>
              <a:rPr sz="1200" spc="-1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sizeof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(input),</a:t>
            </a:r>
            <a:r>
              <a:rPr sz="1200" spc="-1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stdin); input[</a:t>
            </a: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strcspn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(input,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9DD7F"/>
                </a:solidFill>
                <a:latin typeface="Courier New"/>
                <a:cs typeface="Courier New"/>
              </a:rPr>
              <a:t>"\n"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)]</a:t>
            </a:r>
            <a:r>
              <a:rPr sz="12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49DD7F"/>
                </a:solidFill>
                <a:latin typeface="Courier New"/>
                <a:cs typeface="Courier New"/>
              </a:rPr>
              <a:t>'\0'</a:t>
            </a:r>
            <a:r>
              <a:rPr sz="1200" spc="-20" dirty="0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47664" y="3096260"/>
            <a:ext cx="226631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21D2ED"/>
                </a:solidFill>
                <a:latin typeface="Calibri"/>
                <a:cs typeface="Calibri"/>
              </a:rPr>
              <a:t>5.</a:t>
            </a:r>
            <a:r>
              <a:rPr sz="1350" b="1" spc="-2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Redirecting</a:t>
            </a:r>
            <a:r>
              <a:rPr sz="13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3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3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584" y="3370579"/>
            <a:ext cx="17824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21D2ED"/>
                </a:solidFill>
                <a:latin typeface="Calibri"/>
                <a:cs typeface="Calibri"/>
              </a:rPr>
              <a:t>3.</a:t>
            </a:r>
            <a:r>
              <a:rPr sz="1350" b="1" spc="-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Separating</a:t>
            </a:r>
            <a:r>
              <a:rPr sz="13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1984" y="3651299"/>
            <a:ext cx="5041900" cy="1859914"/>
            <a:chOff x="541984" y="3651299"/>
            <a:chExt cx="5041900" cy="1859914"/>
          </a:xfrm>
        </p:grpSpPr>
        <p:sp>
          <p:nvSpPr>
            <p:cNvPr id="15" name="object 15"/>
            <p:cNvSpPr/>
            <p:nvPr/>
          </p:nvSpPr>
          <p:spPr>
            <a:xfrm>
              <a:off x="548284" y="3657599"/>
              <a:ext cx="5029200" cy="1847214"/>
            </a:xfrm>
            <a:custGeom>
              <a:avLst/>
              <a:gdLst/>
              <a:ahLst/>
              <a:cxnLst/>
              <a:rect l="l" t="t" r="r" b="b"/>
              <a:pathLst>
                <a:path w="5029200" h="1847214">
                  <a:moveTo>
                    <a:pt x="497412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1792439"/>
                  </a:lnTo>
                  <a:lnTo>
                    <a:pt x="3997" y="1813038"/>
                  </a:lnTo>
                  <a:lnTo>
                    <a:pt x="4098" y="1813344"/>
                  </a:lnTo>
                  <a:lnTo>
                    <a:pt x="33757" y="1843060"/>
                  </a:lnTo>
                  <a:lnTo>
                    <a:pt x="48008" y="1846795"/>
                  </a:lnTo>
                  <a:lnTo>
                    <a:pt x="49037" y="1846795"/>
                  </a:lnTo>
                  <a:lnTo>
                    <a:pt x="54711" y="1847164"/>
                  </a:lnTo>
                  <a:lnTo>
                    <a:pt x="4974475" y="1846795"/>
                  </a:lnTo>
                  <a:lnTo>
                    <a:pt x="5013129" y="1830870"/>
                  </a:lnTo>
                  <a:lnTo>
                    <a:pt x="5027277" y="1806522"/>
                  </a:lnTo>
                  <a:lnTo>
                    <a:pt x="5027352" y="1806300"/>
                  </a:lnTo>
                  <a:lnTo>
                    <a:pt x="5028691" y="1799498"/>
                  </a:lnTo>
                  <a:lnTo>
                    <a:pt x="5028732" y="1799292"/>
                  </a:lnTo>
                  <a:lnTo>
                    <a:pt x="5029176" y="1792439"/>
                  </a:lnTo>
                  <a:lnTo>
                    <a:pt x="5028831" y="54724"/>
                  </a:lnTo>
                  <a:lnTo>
                    <a:pt x="5012905" y="16063"/>
                  </a:lnTo>
                  <a:lnTo>
                    <a:pt x="4981328" y="466"/>
                  </a:lnTo>
                  <a:lnTo>
                    <a:pt x="4974120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284" y="3657599"/>
              <a:ext cx="5029200" cy="1847214"/>
            </a:xfrm>
            <a:custGeom>
              <a:avLst/>
              <a:gdLst/>
              <a:ahLst/>
              <a:cxnLst/>
              <a:rect l="l" t="t" r="r" b="b"/>
              <a:pathLst>
                <a:path w="5029200" h="18472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4974120" y="0"/>
                  </a:lnTo>
                  <a:lnTo>
                    <a:pt x="5012905" y="16063"/>
                  </a:lnTo>
                  <a:lnTo>
                    <a:pt x="5028831" y="54724"/>
                  </a:lnTo>
                  <a:lnTo>
                    <a:pt x="5029200" y="1792084"/>
                  </a:lnTo>
                  <a:lnTo>
                    <a:pt x="5028732" y="1799292"/>
                  </a:lnTo>
                  <a:lnTo>
                    <a:pt x="5027352" y="1806300"/>
                  </a:lnTo>
                  <a:lnTo>
                    <a:pt x="5001831" y="1839595"/>
                  </a:lnTo>
                  <a:lnTo>
                    <a:pt x="54711" y="1847164"/>
                  </a:lnTo>
                  <a:lnTo>
                    <a:pt x="15925" y="1831093"/>
                  </a:lnTo>
                  <a:lnTo>
                    <a:pt x="0" y="179243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3100" y="3745331"/>
            <a:ext cx="4139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char</a:t>
            </a:r>
            <a:r>
              <a:rPr sz="1200" spc="-70" dirty="0">
                <a:solidFill>
                  <a:srgbClr val="A68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*token</a:t>
            </a:r>
            <a:r>
              <a:rPr sz="12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strtok_r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(input,</a:t>
            </a:r>
            <a:r>
              <a:rPr sz="12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9DD7F"/>
                </a:solidFill>
                <a:latin typeface="Courier New"/>
                <a:cs typeface="Courier New"/>
              </a:rPr>
              <a:t>"|"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,</a:t>
            </a:r>
            <a:r>
              <a:rPr sz="12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&amp;saveptr);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3100" y="4111091"/>
            <a:ext cx="4323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5080" indent="-3657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while</a:t>
            </a:r>
            <a:r>
              <a:rPr sz="1200" spc="-55" dirty="0">
                <a:solidFill>
                  <a:srgbClr val="A68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(token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!=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NULL</a:t>
            </a:r>
            <a:r>
              <a:rPr sz="1200" spc="-50" dirty="0">
                <a:solidFill>
                  <a:srgbClr val="FABE23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&amp;&amp;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count</a:t>
            </a:r>
            <a:r>
              <a:rPr sz="12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&lt;</a:t>
            </a:r>
            <a:r>
              <a:rPr sz="12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MAX_COMMANDS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r>
              <a:rPr sz="12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{ </a:t>
            </a: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while</a:t>
            </a:r>
            <a:r>
              <a:rPr sz="1200" spc="-35" dirty="0">
                <a:solidFill>
                  <a:srgbClr val="A68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(*token</a:t>
            </a:r>
            <a:r>
              <a:rPr sz="12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==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9DD7F"/>
                </a:solidFill>
                <a:latin typeface="Courier New"/>
                <a:cs typeface="Courier New"/>
              </a:rPr>
              <a:t>'</a:t>
            </a:r>
            <a:r>
              <a:rPr sz="1200" spc="-40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9DD7F"/>
                </a:solidFill>
                <a:latin typeface="Courier New"/>
                <a:cs typeface="Courier New"/>
              </a:rPr>
              <a:t>'</a:t>
            </a:r>
            <a:r>
              <a:rPr sz="1200" spc="-3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||</a:t>
            </a:r>
            <a:r>
              <a:rPr sz="12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*token</a:t>
            </a:r>
            <a:r>
              <a:rPr sz="12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==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49DD7F"/>
                </a:solidFill>
                <a:latin typeface="Courier New"/>
                <a:cs typeface="Courier New"/>
              </a:rPr>
              <a:t>'\t'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743585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token++;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54064" y="3376979"/>
            <a:ext cx="5892165" cy="1128395"/>
            <a:chOff x="5754064" y="3376979"/>
            <a:chExt cx="5892165" cy="1128395"/>
          </a:xfrm>
        </p:grpSpPr>
        <p:sp>
          <p:nvSpPr>
            <p:cNvPr id="29" name="object 29"/>
            <p:cNvSpPr/>
            <p:nvPr/>
          </p:nvSpPr>
          <p:spPr>
            <a:xfrm>
              <a:off x="5760364" y="3383279"/>
              <a:ext cx="5880100" cy="1115695"/>
            </a:xfrm>
            <a:custGeom>
              <a:avLst/>
              <a:gdLst/>
              <a:ahLst/>
              <a:cxnLst/>
              <a:rect l="l" t="t" r="r" b="b"/>
              <a:pathLst>
                <a:path w="5880100" h="1115695">
                  <a:moveTo>
                    <a:pt x="5824435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1060919"/>
                  </a:lnTo>
                  <a:lnTo>
                    <a:pt x="452" y="1067772"/>
                  </a:lnTo>
                  <a:lnTo>
                    <a:pt x="466" y="1067978"/>
                  </a:lnTo>
                  <a:lnTo>
                    <a:pt x="1799" y="1074780"/>
                  </a:lnTo>
                  <a:lnTo>
                    <a:pt x="1843" y="1075002"/>
                  </a:lnTo>
                  <a:lnTo>
                    <a:pt x="3997" y="1081518"/>
                  </a:lnTo>
                  <a:lnTo>
                    <a:pt x="4098" y="1081824"/>
                  </a:lnTo>
                  <a:lnTo>
                    <a:pt x="7200" y="1088275"/>
                  </a:lnTo>
                  <a:lnTo>
                    <a:pt x="40495" y="1113796"/>
                  </a:lnTo>
                  <a:lnTo>
                    <a:pt x="48008" y="1115275"/>
                  </a:lnTo>
                  <a:lnTo>
                    <a:pt x="49037" y="1115275"/>
                  </a:lnTo>
                  <a:lnTo>
                    <a:pt x="54711" y="1115644"/>
                  </a:lnTo>
                  <a:lnTo>
                    <a:pt x="5824791" y="1115275"/>
                  </a:lnTo>
                  <a:lnTo>
                    <a:pt x="5863451" y="1099350"/>
                  </a:lnTo>
                  <a:lnTo>
                    <a:pt x="5877598" y="1075002"/>
                  </a:lnTo>
                  <a:lnTo>
                    <a:pt x="5877672" y="1074780"/>
                  </a:lnTo>
                  <a:lnTo>
                    <a:pt x="5879009" y="1067978"/>
                  </a:lnTo>
                  <a:lnTo>
                    <a:pt x="5879049" y="1067772"/>
                  </a:lnTo>
                  <a:lnTo>
                    <a:pt x="5879492" y="1060919"/>
                  </a:lnTo>
                  <a:lnTo>
                    <a:pt x="5879160" y="54724"/>
                  </a:lnTo>
                  <a:lnTo>
                    <a:pt x="5863223" y="16063"/>
                  </a:lnTo>
                  <a:lnTo>
                    <a:pt x="5831644" y="466"/>
                  </a:lnTo>
                  <a:lnTo>
                    <a:pt x="582443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60364" y="3383279"/>
              <a:ext cx="5880100" cy="1115695"/>
            </a:xfrm>
            <a:custGeom>
              <a:avLst/>
              <a:gdLst/>
              <a:ahLst/>
              <a:cxnLst/>
              <a:rect l="l" t="t" r="r" b="b"/>
              <a:pathLst>
                <a:path w="5880100" h="111569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5824435" y="0"/>
                  </a:lnTo>
                  <a:lnTo>
                    <a:pt x="5863223" y="16063"/>
                  </a:lnTo>
                  <a:lnTo>
                    <a:pt x="5879160" y="54724"/>
                  </a:lnTo>
                  <a:lnTo>
                    <a:pt x="5879515" y="1060564"/>
                  </a:lnTo>
                  <a:lnTo>
                    <a:pt x="5879049" y="1067772"/>
                  </a:lnTo>
                  <a:lnTo>
                    <a:pt x="5877672" y="1074780"/>
                  </a:lnTo>
                  <a:lnTo>
                    <a:pt x="5852159" y="1108075"/>
                  </a:lnTo>
                  <a:lnTo>
                    <a:pt x="54711" y="1115644"/>
                  </a:lnTo>
                  <a:lnTo>
                    <a:pt x="15925" y="1099573"/>
                  </a:lnTo>
                  <a:lnTo>
                    <a:pt x="0" y="106091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885179" y="3471011"/>
            <a:ext cx="3500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57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if</a:t>
            </a:r>
            <a:r>
              <a:rPr sz="1200" spc="-70" dirty="0">
                <a:solidFill>
                  <a:srgbClr val="A68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(previous_read</a:t>
            </a:r>
            <a:r>
              <a:rPr sz="12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!=</a:t>
            </a:r>
            <a:r>
              <a:rPr sz="12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200" spc="-25" dirty="0">
                <a:solidFill>
                  <a:srgbClr val="FABE23"/>
                </a:solidFill>
                <a:latin typeface="Courier New"/>
                <a:cs typeface="Courier New"/>
              </a:rPr>
              <a:t>1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) </a:t>
            </a: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dup2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(previous_read,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ABE23"/>
                </a:solidFill>
                <a:latin typeface="Courier New"/>
                <a:cs typeface="Courier New"/>
              </a:rPr>
              <a:t>STDIN_FILENO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85179" y="4019651"/>
            <a:ext cx="2860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8AF9"/>
                </a:solidFill>
                <a:latin typeface="Courier New"/>
                <a:cs typeface="Courier New"/>
              </a:rPr>
              <a:t>if</a:t>
            </a:r>
            <a:r>
              <a:rPr sz="1200" spc="-25" dirty="0">
                <a:solidFill>
                  <a:srgbClr val="A68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(i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&lt;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count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2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ABE23"/>
                </a:solidFill>
                <a:latin typeface="Courier New"/>
                <a:cs typeface="Courier New"/>
              </a:rPr>
              <a:t>1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</a:pP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dup2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(fd[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],</a:t>
            </a:r>
            <a:r>
              <a:rPr sz="1200" spc="-11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ABE23"/>
                </a:solidFill>
                <a:latin typeface="Courier New"/>
                <a:cs typeface="Courier New"/>
              </a:rPr>
              <a:t>STDOUT_FILENO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47664" y="4650739"/>
            <a:ext cx="17081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21D2ED"/>
                </a:solidFill>
                <a:latin typeface="Calibri"/>
                <a:cs typeface="Calibri"/>
              </a:rPr>
              <a:t>6.</a:t>
            </a:r>
            <a:r>
              <a:rPr sz="1350" b="1" spc="-2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Executing</a:t>
            </a:r>
            <a:r>
              <a:rPr sz="13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47176" y="4650739"/>
            <a:ext cx="1710689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21D2ED"/>
                </a:solidFill>
                <a:latin typeface="Calibri"/>
                <a:cs typeface="Calibri"/>
              </a:rPr>
              <a:t>7.</a:t>
            </a:r>
            <a:r>
              <a:rPr sz="1350" b="1" spc="-3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Waiting</a:t>
            </a:r>
            <a:r>
              <a:rPr sz="13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3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8860" y="4842611"/>
            <a:ext cx="3499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commands[count++]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token;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token</a:t>
            </a:r>
            <a:r>
              <a:rPr sz="12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21D2ED"/>
                </a:solidFill>
                <a:latin typeface="Courier New"/>
                <a:cs typeface="Courier New"/>
              </a:rPr>
              <a:t>strtok_r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FABE23"/>
                </a:solidFill>
                <a:latin typeface="Courier New"/>
                <a:cs typeface="Courier New"/>
              </a:rPr>
              <a:t>NULL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,</a:t>
            </a:r>
            <a:r>
              <a:rPr sz="12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49DD7F"/>
                </a:solidFill>
                <a:latin typeface="Courier New"/>
                <a:cs typeface="Courier New"/>
              </a:rPr>
              <a:t>"|"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,</a:t>
            </a:r>
            <a:r>
              <a:rPr sz="12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&amp;saveptr);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754064" y="4931460"/>
            <a:ext cx="2847340" cy="396875"/>
            <a:chOff x="5754064" y="4931460"/>
            <a:chExt cx="2847340" cy="396875"/>
          </a:xfrm>
        </p:grpSpPr>
        <p:sp>
          <p:nvSpPr>
            <p:cNvPr id="35" name="object 35"/>
            <p:cNvSpPr/>
            <p:nvPr/>
          </p:nvSpPr>
          <p:spPr>
            <a:xfrm>
              <a:off x="5760364" y="4937760"/>
              <a:ext cx="2834640" cy="384175"/>
            </a:xfrm>
            <a:custGeom>
              <a:avLst/>
              <a:gdLst/>
              <a:ahLst/>
              <a:cxnLst/>
              <a:rect l="l" t="t" r="r" b="b"/>
              <a:pathLst>
                <a:path w="2834640" h="384175">
                  <a:moveTo>
                    <a:pt x="27795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329399"/>
                  </a:lnTo>
                  <a:lnTo>
                    <a:pt x="452" y="336252"/>
                  </a:lnTo>
                  <a:lnTo>
                    <a:pt x="466" y="336458"/>
                  </a:lnTo>
                  <a:lnTo>
                    <a:pt x="1799" y="343260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7200" y="356755"/>
                  </a:lnTo>
                  <a:lnTo>
                    <a:pt x="40495" y="382276"/>
                  </a:lnTo>
                  <a:lnTo>
                    <a:pt x="48008" y="383755"/>
                  </a:lnTo>
                  <a:lnTo>
                    <a:pt x="49037" y="383755"/>
                  </a:lnTo>
                  <a:lnTo>
                    <a:pt x="54711" y="384124"/>
                  </a:lnTo>
                  <a:lnTo>
                    <a:pt x="2779915" y="383755"/>
                  </a:lnTo>
                  <a:lnTo>
                    <a:pt x="2818569" y="367830"/>
                  </a:lnTo>
                  <a:lnTo>
                    <a:pt x="2834131" y="336458"/>
                  </a:lnTo>
                  <a:lnTo>
                    <a:pt x="2834172" y="336252"/>
                  </a:lnTo>
                  <a:lnTo>
                    <a:pt x="2834616" y="329399"/>
                  </a:lnTo>
                  <a:lnTo>
                    <a:pt x="2834640" y="329044"/>
                  </a:lnTo>
                  <a:lnTo>
                    <a:pt x="2834271" y="54724"/>
                  </a:lnTo>
                  <a:lnTo>
                    <a:pt x="2818345" y="16063"/>
                  </a:lnTo>
                  <a:lnTo>
                    <a:pt x="2786768" y="466"/>
                  </a:lnTo>
                  <a:lnTo>
                    <a:pt x="2779560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60364" y="4937760"/>
              <a:ext cx="2834640" cy="384175"/>
            </a:xfrm>
            <a:custGeom>
              <a:avLst/>
              <a:gdLst/>
              <a:ahLst/>
              <a:cxnLst/>
              <a:rect l="l" t="t" r="r" b="b"/>
              <a:pathLst>
                <a:path w="2834640" h="38417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779560" y="0"/>
                  </a:lnTo>
                  <a:lnTo>
                    <a:pt x="2818345" y="16063"/>
                  </a:lnTo>
                  <a:lnTo>
                    <a:pt x="2834271" y="54724"/>
                  </a:lnTo>
                  <a:lnTo>
                    <a:pt x="2834640" y="329044"/>
                  </a:lnTo>
                  <a:lnTo>
                    <a:pt x="2834172" y="336252"/>
                  </a:lnTo>
                  <a:lnTo>
                    <a:pt x="2832792" y="343260"/>
                  </a:lnTo>
                  <a:lnTo>
                    <a:pt x="2807271" y="376554"/>
                  </a:lnTo>
                  <a:lnTo>
                    <a:pt x="54711" y="384124"/>
                  </a:lnTo>
                  <a:lnTo>
                    <a:pt x="15925" y="368053"/>
                  </a:lnTo>
                  <a:lnTo>
                    <a:pt x="0" y="32939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885179" y="5025491"/>
            <a:ext cx="2585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execvp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(argv[i][</a:t>
            </a:r>
            <a:r>
              <a:rPr sz="1200" spc="-10" dirty="0">
                <a:solidFill>
                  <a:srgbClr val="FABE23"/>
                </a:solidFill>
                <a:latin typeface="Courier New"/>
                <a:cs typeface="Courier New"/>
              </a:rPr>
              <a:t>0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],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argv[i]);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753575" y="4931460"/>
            <a:ext cx="2893060" cy="396875"/>
            <a:chOff x="8753575" y="4931460"/>
            <a:chExt cx="2893060" cy="396875"/>
          </a:xfrm>
        </p:grpSpPr>
        <p:sp>
          <p:nvSpPr>
            <p:cNvPr id="40" name="object 40"/>
            <p:cNvSpPr/>
            <p:nvPr/>
          </p:nvSpPr>
          <p:spPr>
            <a:xfrm>
              <a:off x="8759875" y="4937760"/>
              <a:ext cx="2880360" cy="384175"/>
            </a:xfrm>
            <a:custGeom>
              <a:avLst/>
              <a:gdLst/>
              <a:ahLst/>
              <a:cxnLst/>
              <a:rect l="l" t="t" r="r" b="b"/>
              <a:pathLst>
                <a:path w="2880359" h="384175">
                  <a:moveTo>
                    <a:pt x="282528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79" y="21422"/>
                  </a:lnTo>
                  <a:lnTo>
                    <a:pt x="0" y="54724"/>
                  </a:lnTo>
                  <a:lnTo>
                    <a:pt x="0" y="329399"/>
                  </a:lnTo>
                  <a:lnTo>
                    <a:pt x="454" y="336252"/>
                  </a:lnTo>
                  <a:lnTo>
                    <a:pt x="467" y="336458"/>
                  </a:lnTo>
                  <a:lnTo>
                    <a:pt x="1804" y="343260"/>
                  </a:lnTo>
                  <a:lnTo>
                    <a:pt x="1847" y="343482"/>
                  </a:lnTo>
                  <a:lnTo>
                    <a:pt x="4003" y="349998"/>
                  </a:lnTo>
                  <a:lnTo>
                    <a:pt x="33769" y="380020"/>
                  </a:lnTo>
                  <a:lnTo>
                    <a:pt x="48021" y="383755"/>
                  </a:lnTo>
                  <a:lnTo>
                    <a:pt x="49050" y="383755"/>
                  </a:lnTo>
                  <a:lnTo>
                    <a:pt x="54724" y="384124"/>
                  </a:lnTo>
                  <a:lnTo>
                    <a:pt x="2825648" y="383755"/>
                  </a:lnTo>
                  <a:lnTo>
                    <a:pt x="2864300" y="367830"/>
                  </a:lnTo>
                  <a:lnTo>
                    <a:pt x="2878442" y="343482"/>
                  </a:lnTo>
                  <a:lnTo>
                    <a:pt x="2878516" y="343260"/>
                  </a:lnTo>
                  <a:lnTo>
                    <a:pt x="2879853" y="336458"/>
                  </a:lnTo>
                  <a:lnTo>
                    <a:pt x="2879893" y="336252"/>
                  </a:lnTo>
                  <a:lnTo>
                    <a:pt x="2880337" y="329399"/>
                  </a:lnTo>
                  <a:lnTo>
                    <a:pt x="2880359" y="329044"/>
                  </a:lnTo>
                  <a:lnTo>
                    <a:pt x="2880004" y="54724"/>
                  </a:lnTo>
                  <a:lnTo>
                    <a:pt x="2864078" y="16063"/>
                  </a:lnTo>
                  <a:lnTo>
                    <a:pt x="2832496" y="466"/>
                  </a:lnTo>
                  <a:lnTo>
                    <a:pt x="2825280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759875" y="4937760"/>
              <a:ext cx="2880360" cy="384175"/>
            </a:xfrm>
            <a:custGeom>
              <a:avLst/>
              <a:gdLst/>
              <a:ahLst/>
              <a:cxnLst/>
              <a:rect l="l" t="t" r="r" b="b"/>
              <a:pathLst>
                <a:path w="2880359" h="384175">
                  <a:moveTo>
                    <a:pt x="0" y="54724"/>
                  </a:moveTo>
                  <a:lnTo>
                    <a:pt x="467" y="47508"/>
                  </a:lnTo>
                  <a:lnTo>
                    <a:pt x="1847" y="40497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2825280" y="0"/>
                  </a:lnTo>
                  <a:lnTo>
                    <a:pt x="2864078" y="16063"/>
                  </a:lnTo>
                  <a:lnTo>
                    <a:pt x="2880004" y="54724"/>
                  </a:lnTo>
                  <a:lnTo>
                    <a:pt x="2880359" y="329044"/>
                  </a:lnTo>
                  <a:lnTo>
                    <a:pt x="2879893" y="336252"/>
                  </a:lnTo>
                  <a:lnTo>
                    <a:pt x="2878516" y="343260"/>
                  </a:lnTo>
                  <a:lnTo>
                    <a:pt x="2853004" y="376554"/>
                  </a:lnTo>
                  <a:lnTo>
                    <a:pt x="54724" y="384124"/>
                  </a:lnTo>
                  <a:lnTo>
                    <a:pt x="15936" y="368053"/>
                  </a:lnTo>
                  <a:lnTo>
                    <a:pt x="0" y="32939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883980" y="5025491"/>
            <a:ext cx="2677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1D2ED"/>
                </a:solidFill>
                <a:latin typeface="Courier New"/>
                <a:cs typeface="Courier New"/>
              </a:rPr>
              <a:t>waitpid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(pids[i],</a:t>
            </a:r>
            <a:r>
              <a:rPr sz="12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&amp;status,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ABE23"/>
                </a:solidFill>
                <a:latin typeface="Courier New"/>
                <a:cs typeface="Courier New"/>
              </a:rPr>
              <a:t>0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3100" y="5208371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41984" y="5754064"/>
            <a:ext cx="11104245" cy="561340"/>
            <a:chOff x="541984" y="5754064"/>
            <a:chExt cx="11104245" cy="561340"/>
          </a:xfrm>
        </p:grpSpPr>
        <p:sp>
          <p:nvSpPr>
            <p:cNvPr id="44" name="object 44"/>
            <p:cNvSpPr/>
            <p:nvPr/>
          </p:nvSpPr>
          <p:spPr>
            <a:xfrm>
              <a:off x="548284" y="5760364"/>
              <a:ext cx="11092180" cy="548640"/>
            </a:xfrm>
            <a:custGeom>
              <a:avLst/>
              <a:gdLst/>
              <a:ahLst/>
              <a:cxnLst/>
              <a:rect l="l" t="t" r="r" b="b"/>
              <a:pathLst>
                <a:path w="11092180" h="548639">
                  <a:moveTo>
                    <a:pt x="110181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75551"/>
                  </a:lnTo>
                  <a:lnTo>
                    <a:pt x="594" y="484829"/>
                  </a:lnTo>
                  <a:lnTo>
                    <a:pt x="607" y="485029"/>
                  </a:lnTo>
                  <a:lnTo>
                    <a:pt x="2394" y="494230"/>
                  </a:lnTo>
                  <a:lnTo>
                    <a:pt x="2428" y="494407"/>
                  </a:lnTo>
                  <a:lnTo>
                    <a:pt x="28548" y="533530"/>
                  </a:lnTo>
                  <a:lnTo>
                    <a:pt x="73075" y="548640"/>
                  </a:lnTo>
                  <a:lnTo>
                    <a:pt x="11018520" y="548271"/>
                  </a:lnTo>
                  <a:lnTo>
                    <a:pt x="11062890" y="533180"/>
                  </a:lnTo>
                  <a:lnTo>
                    <a:pt x="11089107" y="494407"/>
                  </a:lnTo>
                  <a:lnTo>
                    <a:pt x="11091573" y="475551"/>
                  </a:lnTo>
                  <a:lnTo>
                    <a:pt x="11091595" y="475195"/>
                  </a:lnTo>
                  <a:lnTo>
                    <a:pt x="11091240" y="73075"/>
                  </a:lnTo>
                  <a:lnTo>
                    <a:pt x="11076136" y="28698"/>
                  </a:lnTo>
                  <a:lnTo>
                    <a:pt x="11037192" y="2428"/>
                  </a:lnTo>
                  <a:lnTo>
                    <a:pt x="11027791" y="607"/>
                  </a:lnTo>
                  <a:lnTo>
                    <a:pt x="1101815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8284" y="5760364"/>
              <a:ext cx="11092180" cy="548640"/>
            </a:xfrm>
            <a:custGeom>
              <a:avLst/>
              <a:gdLst/>
              <a:ahLst/>
              <a:cxnLst/>
              <a:rect l="l" t="t" r="r" b="b"/>
              <a:pathLst>
                <a:path w="11092180" h="5486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1018151" y="0"/>
                  </a:lnTo>
                  <a:lnTo>
                    <a:pt x="11062684" y="15096"/>
                  </a:lnTo>
                  <a:lnTo>
                    <a:pt x="11088809" y="54219"/>
                  </a:lnTo>
                  <a:lnTo>
                    <a:pt x="11091240" y="73075"/>
                  </a:lnTo>
                  <a:lnTo>
                    <a:pt x="11091595" y="475195"/>
                  </a:lnTo>
                  <a:lnTo>
                    <a:pt x="11090988" y="484829"/>
                  </a:lnTo>
                  <a:lnTo>
                    <a:pt x="11089166" y="494230"/>
                  </a:lnTo>
                  <a:lnTo>
                    <a:pt x="11062890" y="533180"/>
                  </a:lnTo>
                  <a:lnTo>
                    <a:pt x="11018520" y="548271"/>
                  </a:lnTo>
                  <a:lnTo>
                    <a:pt x="73075" y="548640"/>
                  </a:lnTo>
                  <a:lnTo>
                    <a:pt x="28548" y="533530"/>
                  </a:lnTo>
                  <a:lnTo>
                    <a:pt x="2428" y="494407"/>
                  </a:lnTo>
                  <a:lnTo>
                    <a:pt x="0" y="47555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64184" y="5915062"/>
            <a:ext cx="76187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ABE23"/>
                </a:solidFill>
                <a:latin typeface="Calibri"/>
                <a:cs typeface="Calibri"/>
              </a:rPr>
              <a:t>Note:</a:t>
            </a:r>
            <a:r>
              <a:rPr sz="1400" b="1" spc="250" dirty="0">
                <a:solidFill>
                  <a:srgbClr val="FABE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simplified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extracts.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includes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checking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descriptor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cleanup.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70" dirty="0">
                <a:solidFill>
                  <a:srgbClr val="21D2ED"/>
                </a:solidFill>
              </a:rPr>
              <a:t> </a:t>
            </a:r>
            <a:r>
              <a:rPr spc="-20" dirty="0"/>
              <a:t>Features</a:t>
            </a:r>
            <a:r>
              <a:rPr spc="-65" dirty="0"/>
              <a:t> </a:t>
            </a:r>
            <a:r>
              <a:rPr spc="-10" dirty="0"/>
              <a:t>Implemented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1984" y="1182420"/>
            <a:ext cx="3642995" cy="1183005"/>
            <a:chOff x="541984" y="1182420"/>
            <a:chExt cx="3642995" cy="1183005"/>
          </a:xfrm>
        </p:grpSpPr>
        <p:sp>
          <p:nvSpPr>
            <p:cNvPr id="4" name="object 4"/>
            <p:cNvSpPr/>
            <p:nvPr/>
          </p:nvSpPr>
          <p:spPr>
            <a:xfrm>
              <a:off x="548284" y="1188719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35568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97279"/>
                  </a:lnTo>
                  <a:lnTo>
                    <a:pt x="594" y="1106556"/>
                  </a:lnTo>
                  <a:lnTo>
                    <a:pt x="607" y="1106758"/>
                  </a:lnTo>
                  <a:lnTo>
                    <a:pt x="2393" y="1115953"/>
                  </a:lnTo>
                  <a:lnTo>
                    <a:pt x="2428" y="1116136"/>
                  </a:lnTo>
                  <a:lnTo>
                    <a:pt x="5410" y="1125015"/>
                  </a:lnTo>
                  <a:lnTo>
                    <a:pt x="36360" y="1160640"/>
                  </a:lnTo>
                  <a:lnTo>
                    <a:pt x="73075" y="1170355"/>
                  </a:lnTo>
                  <a:lnTo>
                    <a:pt x="3557155" y="1170000"/>
                  </a:lnTo>
                  <a:lnTo>
                    <a:pt x="3601533" y="1154901"/>
                  </a:lnTo>
                  <a:lnTo>
                    <a:pt x="3627741" y="1116136"/>
                  </a:lnTo>
                  <a:lnTo>
                    <a:pt x="3627802" y="1115953"/>
                  </a:lnTo>
                  <a:lnTo>
                    <a:pt x="3629585" y="1106758"/>
                  </a:lnTo>
                  <a:lnTo>
                    <a:pt x="3629624" y="1106556"/>
                  </a:lnTo>
                  <a:lnTo>
                    <a:pt x="3630209" y="1097279"/>
                  </a:lnTo>
                  <a:lnTo>
                    <a:pt x="3630231" y="1096924"/>
                  </a:lnTo>
                  <a:lnTo>
                    <a:pt x="3629875" y="73075"/>
                  </a:lnTo>
                  <a:lnTo>
                    <a:pt x="3614777" y="28705"/>
                  </a:lnTo>
                  <a:lnTo>
                    <a:pt x="3575829" y="2428"/>
                  </a:lnTo>
                  <a:lnTo>
                    <a:pt x="3566432" y="607"/>
                  </a:lnTo>
                  <a:lnTo>
                    <a:pt x="355680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284" y="1188719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56800" y="0"/>
                  </a:lnTo>
                  <a:lnTo>
                    <a:pt x="3601320" y="15104"/>
                  </a:lnTo>
                  <a:lnTo>
                    <a:pt x="3627447" y="54224"/>
                  </a:lnTo>
                  <a:lnTo>
                    <a:pt x="3629875" y="73075"/>
                  </a:lnTo>
                  <a:lnTo>
                    <a:pt x="3630231" y="1096924"/>
                  </a:lnTo>
                  <a:lnTo>
                    <a:pt x="3629624" y="1106556"/>
                  </a:lnTo>
                  <a:lnTo>
                    <a:pt x="3627802" y="1115953"/>
                  </a:lnTo>
                  <a:lnTo>
                    <a:pt x="3601533" y="1154901"/>
                  </a:lnTo>
                  <a:lnTo>
                    <a:pt x="3557155" y="1170000"/>
                  </a:lnTo>
                  <a:lnTo>
                    <a:pt x="73075" y="1170355"/>
                  </a:lnTo>
                  <a:lnTo>
                    <a:pt x="28548" y="1155258"/>
                  </a:lnTo>
                  <a:lnTo>
                    <a:pt x="2428" y="1116136"/>
                  </a:lnTo>
                  <a:lnTo>
                    <a:pt x="0" y="109727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444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599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199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Keyboard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244" y="1425955"/>
              <a:ext cx="255600" cy="2556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48740" y="1188354"/>
            <a:ext cx="2789555" cy="8674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sz="15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5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Commands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are</a:t>
            </a:r>
            <a:r>
              <a:rPr sz="13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typed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at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run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time,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e.g.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1D2ED"/>
                </a:solidFill>
                <a:latin typeface="Courier New"/>
                <a:cs typeface="Courier New"/>
              </a:rPr>
              <a:t>ls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21D2ED"/>
                </a:solidFill>
                <a:latin typeface="Courier New"/>
                <a:cs typeface="Courier New"/>
              </a:rPr>
              <a:t>|</a:t>
            </a:r>
            <a:r>
              <a:rPr sz="1300" spc="-20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21D2ED"/>
                </a:solidFill>
                <a:latin typeface="Courier New"/>
                <a:cs typeface="Courier New"/>
              </a:rPr>
              <a:t>sort</a:t>
            </a:r>
            <a:r>
              <a:rPr sz="1300" spc="-1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21D2ED"/>
                </a:solidFill>
                <a:latin typeface="Courier New"/>
                <a:cs typeface="Courier New"/>
              </a:rPr>
              <a:t>|</a:t>
            </a:r>
            <a:r>
              <a:rPr sz="1300" spc="-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21D2ED"/>
                </a:solidFill>
                <a:latin typeface="Courier New"/>
                <a:cs typeface="Courier New"/>
              </a:rPr>
              <a:t>wc</a:t>
            </a:r>
            <a:r>
              <a:rPr sz="1300" spc="-1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21D2ED"/>
                </a:solidFill>
                <a:latin typeface="Courier New"/>
                <a:cs typeface="Courier New"/>
              </a:rPr>
              <a:t>-</a:t>
            </a:r>
            <a:r>
              <a:rPr sz="1300" spc="-50" dirty="0">
                <a:solidFill>
                  <a:srgbClr val="21D2ED"/>
                </a:solidFill>
                <a:latin typeface="Courier New"/>
                <a:cs typeface="Courier New"/>
              </a:rPr>
              <a:t>l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09376" y="1182420"/>
            <a:ext cx="3642995" cy="1183005"/>
            <a:chOff x="4309376" y="1182420"/>
            <a:chExt cx="3642995" cy="1183005"/>
          </a:xfrm>
        </p:grpSpPr>
        <p:sp>
          <p:nvSpPr>
            <p:cNvPr id="10" name="object 10"/>
            <p:cNvSpPr/>
            <p:nvPr/>
          </p:nvSpPr>
          <p:spPr>
            <a:xfrm>
              <a:off x="4315676" y="1188719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35568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97279"/>
                  </a:lnTo>
                  <a:lnTo>
                    <a:pt x="594" y="1106556"/>
                  </a:lnTo>
                  <a:lnTo>
                    <a:pt x="607" y="1106758"/>
                  </a:lnTo>
                  <a:lnTo>
                    <a:pt x="2394" y="1115953"/>
                  </a:lnTo>
                  <a:lnTo>
                    <a:pt x="2430" y="1116136"/>
                  </a:lnTo>
                  <a:lnTo>
                    <a:pt x="5416" y="1125015"/>
                  </a:lnTo>
                  <a:lnTo>
                    <a:pt x="36360" y="1160640"/>
                  </a:lnTo>
                  <a:lnTo>
                    <a:pt x="73088" y="1170355"/>
                  </a:lnTo>
                  <a:lnTo>
                    <a:pt x="3557168" y="1170000"/>
                  </a:lnTo>
                  <a:lnTo>
                    <a:pt x="3601538" y="1154901"/>
                  </a:lnTo>
                  <a:lnTo>
                    <a:pt x="3627754" y="1116136"/>
                  </a:lnTo>
                  <a:lnTo>
                    <a:pt x="3627815" y="1115953"/>
                  </a:lnTo>
                  <a:lnTo>
                    <a:pt x="3629597" y="1106758"/>
                  </a:lnTo>
                  <a:lnTo>
                    <a:pt x="3629636" y="1106556"/>
                  </a:lnTo>
                  <a:lnTo>
                    <a:pt x="3630221" y="1097279"/>
                  </a:lnTo>
                  <a:lnTo>
                    <a:pt x="3629888" y="73075"/>
                  </a:lnTo>
                  <a:lnTo>
                    <a:pt x="3614784" y="28705"/>
                  </a:lnTo>
                  <a:lnTo>
                    <a:pt x="3575840" y="2428"/>
                  </a:lnTo>
                  <a:lnTo>
                    <a:pt x="3566439" y="607"/>
                  </a:lnTo>
                  <a:lnTo>
                    <a:pt x="355680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15676" y="1188719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556800" y="0"/>
                  </a:lnTo>
                  <a:lnTo>
                    <a:pt x="3601333" y="15104"/>
                  </a:lnTo>
                  <a:lnTo>
                    <a:pt x="3627458" y="54224"/>
                  </a:lnTo>
                  <a:lnTo>
                    <a:pt x="3629888" y="73075"/>
                  </a:lnTo>
                  <a:lnTo>
                    <a:pt x="3630244" y="1096924"/>
                  </a:lnTo>
                  <a:lnTo>
                    <a:pt x="3629636" y="1106556"/>
                  </a:lnTo>
                  <a:lnTo>
                    <a:pt x="3627815" y="1115953"/>
                  </a:lnTo>
                  <a:lnTo>
                    <a:pt x="3601538" y="1154901"/>
                  </a:lnTo>
                  <a:lnTo>
                    <a:pt x="3557168" y="1170000"/>
                  </a:lnTo>
                  <a:lnTo>
                    <a:pt x="73088" y="1170355"/>
                  </a:lnTo>
                  <a:lnTo>
                    <a:pt x="28555" y="1155258"/>
                  </a:lnTo>
                  <a:lnTo>
                    <a:pt x="2430" y="1116136"/>
                  </a:lnTo>
                  <a:lnTo>
                    <a:pt x="0" y="109727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52836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39"/>
                  </a:lnTo>
                  <a:lnTo>
                    <a:pt x="114477" y="30594"/>
                  </a:lnTo>
                  <a:lnTo>
                    <a:pt x="67008" y="67002"/>
                  </a:lnTo>
                  <a:lnTo>
                    <a:pt x="30606" y="114477"/>
                  </a:lnTo>
                  <a:lnTo>
                    <a:pt x="7740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6" y="316075"/>
                  </a:lnTo>
                  <a:lnTo>
                    <a:pt x="47305" y="367871"/>
                  </a:lnTo>
                  <a:lnTo>
                    <a:pt x="89478" y="409900"/>
                  </a:lnTo>
                  <a:lnTo>
                    <a:pt x="141274" y="439883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3"/>
                  </a:lnTo>
                  <a:lnTo>
                    <a:pt x="367876" y="409900"/>
                  </a:lnTo>
                  <a:lnTo>
                    <a:pt x="409907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7" y="89473"/>
                  </a:lnTo>
                  <a:lnTo>
                    <a:pt x="367876" y="47297"/>
                  </a:lnTo>
                  <a:lnTo>
                    <a:pt x="316082" y="17311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LayerGroup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3635" y="1425955"/>
              <a:ext cx="255600" cy="2556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016144" y="1188354"/>
            <a:ext cx="2625090" cy="8674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5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90"/>
              </a:spcBef>
            </a:pP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Each</a:t>
            </a:r>
            <a:r>
              <a:rPr sz="130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command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runs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separate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EB2C7"/>
                </a:solidFill>
                <a:latin typeface="Calibri"/>
                <a:cs typeface="Calibri"/>
              </a:rPr>
              <a:t>child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process.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1984" y="2462580"/>
            <a:ext cx="3642995" cy="1183005"/>
            <a:chOff x="541984" y="2462580"/>
            <a:chExt cx="3642995" cy="1183005"/>
          </a:xfrm>
        </p:grpSpPr>
        <p:sp>
          <p:nvSpPr>
            <p:cNvPr id="16" name="object 16"/>
            <p:cNvSpPr/>
            <p:nvPr/>
          </p:nvSpPr>
          <p:spPr>
            <a:xfrm>
              <a:off x="548284" y="2468880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35568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94" y="1106556"/>
                  </a:lnTo>
                  <a:lnTo>
                    <a:pt x="607" y="1106758"/>
                  </a:lnTo>
                  <a:lnTo>
                    <a:pt x="2393" y="1115953"/>
                  </a:lnTo>
                  <a:lnTo>
                    <a:pt x="2428" y="1116136"/>
                  </a:lnTo>
                  <a:lnTo>
                    <a:pt x="5410" y="1125015"/>
                  </a:lnTo>
                  <a:lnTo>
                    <a:pt x="36360" y="1160640"/>
                  </a:lnTo>
                  <a:lnTo>
                    <a:pt x="73075" y="1170355"/>
                  </a:lnTo>
                  <a:lnTo>
                    <a:pt x="3557155" y="1170000"/>
                  </a:lnTo>
                  <a:lnTo>
                    <a:pt x="3601533" y="1154901"/>
                  </a:lnTo>
                  <a:lnTo>
                    <a:pt x="3627741" y="1116136"/>
                  </a:lnTo>
                  <a:lnTo>
                    <a:pt x="3627802" y="1115953"/>
                  </a:lnTo>
                  <a:lnTo>
                    <a:pt x="3629585" y="1106758"/>
                  </a:lnTo>
                  <a:lnTo>
                    <a:pt x="3629624" y="1106556"/>
                  </a:lnTo>
                  <a:lnTo>
                    <a:pt x="3630209" y="1097280"/>
                  </a:lnTo>
                  <a:lnTo>
                    <a:pt x="3630231" y="1096924"/>
                  </a:lnTo>
                  <a:lnTo>
                    <a:pt x="3629875" y="73075"/>
                  </a:lnTo>
                  <a:lnTo>
                    <a:pt x="3614777" y="28705"/>
                  </a:lnTo>
                  <a:lnTo>
                    <a:pt x="3575829" y="2428"/>
                  </a:lnTo>
                  <a:lnTo>
                    <a:pt x="3566432" y="607"/>
                  </a:lnTo>
                  <a:lnTo>
                    <a:pt x="355680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8284" y="2468880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56800" y="0"/>
                  </a:lnTo>
                  <a:lnTo>
                    <a:pt x="3601320" y="15104"/>
                  </a:lnTo>
                  <a:lnTo>
                    <a:pt x="3627447" y="54224"/>
                  </a:lnTo>
                  <a:lnTo>
                    <a:pt x="3629875" y="73075"/>
                  </a:lnTo>
                  <a:lnTo>
                    <a:pt x="3630231" y="1096924"/>
                  </a:lnTo>
                  <a:lnTo>
                    <a:pt x="3629624" y="1106556"/>
                  </a:lnTo>
                  <a:lnTo>
                    <a:pt x="3627802" y="1115953"/>
                  </a:lnTo>
                  <a:lnTo>
                    <a:pt x="3601533" y="1154901"/>
                  </a:lnTo>
                  <a:lnTo>
                    <a:pt x="3557155" y="1170000"/>
                  </a:lnTo>
                  <a:lnTo>
                    <a:pt x="73075" y="1170355"/>
                  </a:lnTo>
                  <a:lnTo>
                    <a:pt x="28548" y="1155258"/>
                  </a:lnTo>
                  <a:lnTo>
                    <a:pt x="2428" y="1116136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5444" y="26056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599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199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ExchangeAlt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244" y="2706116"/>
              <a:ext cx="255600" cy="2556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48740" y="2468514"/>
            <a:ext cx="2196465" cy="8674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indent="-635">
              <a:lnSpc>
                <a:spcPct val="100000"/>
              </a:lnSpc>
              <a:spcBef>
                <a:spcPts val="101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Pipe-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Based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endParaRPr sz="1500">
              <a:latin typeface="Calibri"/>
              <a:cs typeface="Calibri"/>
            </a:endParaRPr>
          </a:p>
          <a:p>
            <a:pPr marL="12700" marR="62230">
              <a:lnSpc>
                <a:spcPct val="100000"/>
              </a:lnSpc>
              <a:spcBef>
                <a:spcPts val="790"/>
              </a:spcBef>
            </a:pP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Output</a:t>
            </a:r>
            <a:r>
              <a:rPr sz="13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moves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directly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between connected</a:t>
            </a:r>
            <a:r>
              <a:rPr sz="130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processes.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09376" y="2462580"/>
            <a:ext cx="3642995" cy="1183005"/>
            <a:chOff x="4309376" y="2462580"/>
            <a:chExt cx="3642995" cy="1183005"/>
          </a:xfrm>
        </p:grpSpPr>
        <p:sp>
          <p:nvSpPr>
            <p:cNvPr id="22" name="object 22"/>
            <p:cNvSpPr/>
            <p:nvPr/>
          </p:nvSpPr>
          <p:spPr>
            <a:xfrm>
              <a:off x="4315676" y="2468880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35568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94" y="1106556"/>
                  </a:lnTo>
                  <a:lnTo>
                    <a:pt x="607" y="1106758"/>
                  </a:lnTo>
                  <a:lnTo>
                    <a:pt x="2394" y="1115953"/>
                  </a:lnTo>
                  <a:lnTo>
                    <a:pt x="2430" y="1116136"/>
                  </a:lnTo>
                  <a:lnTo>
                    <a:pt x="5416" y="1125015"/>
                  </a:lnTo>
                  <a:lnTo>
                    <a:pt x="36360" y="1160640"/>
                  </a:lnTo>
                  <a:lnTo>
                    <a:pt x="73088" y="1170355"/>
                  </a:lnTo>
                  <a:lnTo>
                    <a:pt x="3557168" y="1170000"/>
                  </a:lnTo>
                  <a:lnTo>
                    <a:pt x="3601538" y="1154901"/>
                  </a:lnTo>
                  <a:lnTo>
                    <a:pt x="3627754" y="1116136"/>
                  </a:lnTo>
                  <a:lnTo>
                    <a:pt x="3627815" y="1115953"/>
                  </a:lnTo>
                  <a:lnTo>
                    <a:pt x="3629597" y="1106758"/>
                  </a:lnTo>
                  <a:lnTo>
                    <a:pt x="3629636" y="1106556"/>
                  </a:lnTo>
                  <a:lnTo>
                    <a:pt x="3630221" y="1097280"/>
                  </a:lnTo>
                  <a:lnTo>
                    <a:pt x="3629888" y="73075"/>
                  </a:lnTo>
                  <a:lnTo>
                    <a:pt x="3614784" y="28705"/>
                  </a:lnTo>
                  <a:lnTo>
                    <a:pt x="3575840" y="2428"/>
                  </a:lnTo>
                  <a:lnTo>
                    <a:pt x="3566439" y="607"/>
                  </a:lnTo>
                  <a:lnTo>
                    <a:pt x="355680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15676" y="2468880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556800" y="0"/>
                  </a:lnTo>
                  <a:lnTo>
                    <a:pt x="3601333" y="15104"/>
                  </a:lnTo>
                  <a:lnTo>
                    <a:pt x="3627458" y="54224"/>
                  </a:lnTo>
                  <a:lnTo>
                    <a:pt x="3629888" y="73075"/>
                  </a:lnTo>
                  <a:lnTo>
                    <a:pt x="3630244" y="1096924"/>
                  </a:lnTo>
                  <a:lnTo>
                    <a:pt x="3629636" y="1106556"/>
                  </a:lnTo>
                  <a:lnTo>
                    <a:pt x="3627815" y="1115953"/>
                  </a:lnTo>
                  <a:lnTo>
                    <a:pt x="3601538" y="1154901"/>
                  </a:lnTo>
                  <a:lnTo>
                    <a:pt x="3557168" y="1170000"/>
                  </a:lnTo>
                  <a:lnTo>
                    <a:pt x="73088" y="1170355"/>
                  </a:lnTo>
                  <a:lnTo>
                    <a:pt x="28555" y="1155258"/>
                  </a:lnTo>
                  <a:lnTo>
                    <a:pt x="2430" y="1116136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52836" y="26056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39"/>
                  </a:lnTo>
                  <a:lnTo>
                    <a:pt x="114477" y="30594"/>
                  </a:lnTo>
                  <a:lnTo>
                    <a:pt x="67008" y="67002"/>
                  </a:lnTo>
                  <a:lnTo>
                    <a:pt x="30606" y="114477"/>
                  </a:lnTo>
                  <a:lnTo>
                    <a:pt x="7740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6" y="316075"/>
                  </a:lnTo>
                  <a:lnTo>
                    <a:pt x="47305" y="367871"/>
                  </a:lnTo>
                  <a:lnTo>
                    <a:pt x="89478" y="409900"/>
                  </a:lnTo>
                  <a:lnTo>
                    <a:pt x="141274" y="439883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3"/>
                  </a:lnTo>
                  <a:lnTo>
                    <a:pt x="367876" y="409900"/>
                  </a:lnTo>
                  <a:lnTo>
                    <a:pt x="409907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7" y="89473"/>
                  </a:lnTo>
                  <a:lnTo>
                    <a:pt x="367876" y="47297"/>
                  </a:lnTo>
                  <a:lnTo>
                    <a:pt x="316082" y="17311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Sitemap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3635" y="2706116"/>
              <a:ext cx="255600" cy="2556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016144" y="2468514"/>
            <a:ext cx="2685415" cy="66865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5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5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Up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10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commands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a</a:t>
            </a:r>
            <a:r>
              <a:rPr sz="1300" spc="-1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single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pipeline.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41984" y="3742740"/>
            <a:ext cx="3642995" cy="1183005"/>
            <a:chOff x="541984" y="3742740"/>
            <a:chExt cx="3642995" cy="1183005"/>
          </a:xfrm>
        </p:grpSpPr>
        <p:sp>
          <p:nvSpPr>
            <p:cNvPr id="28" name="object 28"/>
            <p:cNvSpPr/>
            <p:nvPr/>
          </p:nvSpPr>
          <p:spPr>
            <a:xfrm>
              <a:off x="548284" y="3749040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35568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94" y="1106556"/>
                  </a:lnTo>
                  <a:lnTo>
                    <a:pt x="607" y="1106758"/>
                  </a:lnTo>
                  <a:lnTo>
                    <a:pt x="2393" y="1115953"/>
                  </a:lnTo>
                  <a:lnTo>
                    <a:pt x="2428" y="1116136"/>
                  </a:lnTo>
                  <a:lnTo>
                    <a:pt x="28548" y="1155258"/>
                  </a:lnTo>
                  <a:lnTo>
                    <a:pt x="73075" y="1170355"/>
                  </a:lnTo>
                  <a:lnTo>
                    <a:pt x="3557155" y="1170000"/>
                  </a:lnTo>
                  <a:lnTo>
                    <a:pt x="3601533" y="1154901"/>
                  </a:lnTo>
                  <a:lnTo>
                    <a:pt x="3627741" y="1116136"/>
                  </a:lnTo>
                  <a:lnTo>
                    <a:pt x="3627802" y="1115953"/>
                  </a:lnTo>
                  <a:lnTo>
                    <a:pt x="3629585" y="1106758"/>
                  </a:lnTo>
                  <a:lnTo>
                    <a:pt x="3629624" y="1106556"/>
                  </a:lnTo>
                  <a:lnTo>
                    <a:pt x="3630209" y="1097280"/>
                  </a:lnTo>
                  <a:lnTo>
                    <a:pt x="3630231" y="1096924"/>
                  </a:lnTo>
                  <a:lnTo>
                    <a:pt x="3629875" y="73075"/>
                  </a:lnTo>
                  <a:lnTo>
                    <a:pt x="3614777" y="28705"/>
                  </a:lnTo>
                  <a:lnTo>
                    <a:pt x="3575829" y="2428"/>
                  </a:lnTo>
                  <a:lnTo>
                    <a:pt x="3566432" y="607"/>
                  </a:lnTo>
                  <a:lnTo>
                    <a:pt x="355680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8284" y="3749040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56800" y="0"/>
                  </a:lnTo>
                  <a:lnTo>
                    <a:pt x="3601320" y="15104"/>
                  </a:lnTo>
                  <a:lnTo>
                    <a:pt x="3627447" y="54224"/>
                  </a:lnTo>
                  <a:lnTo>
                    <a:pt x="3629875" y="73075"/>
                  </a:lnTo>
                  <a:lnTo>
                    <a:pt x="3630231" y="1096924"/>
                  </a:lnTo>
                  <a:lnTo>
                    <a:pt x="3629624" y="1106556"/>
                  </a:lnTo>
                  <a:lnTo>
                    <a:pt x="3627802" y="1115953"/>
                  </a:lnTo>
                  <a:lnTo>
                    <a:pt x="3601533" y="1154901"/>
                  </a:lnTo>
                  <a:lnTo>
                    <a:pt x="3557155" y="1170000"/>
                  </a:lnTo>
                  <a:lnTo>
                    <a:pt x="73075" y="1170355"/>
                  </a:lnTo>
                  <a:lnTo>
                    <a:pt x="28548" y="1155258"/>
                  </a:lnTo>
                  <a:lnTo>
                    <a:pt x="2428" y="1116136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444" y="38858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599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199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 descr="Random ic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244" y="3986276"/>
              <a:ext cx="255600" cy="2556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248740" y="3748674"/>
            <a:ext cx="2247265" cy="66865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I/O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Redirection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spc="-10" dirty="0">
                <a:solidFill>
                  <a:srgbClr val="21D2ED"/>
                </a:solidFill>
                <a:latin typeface="Courier New"/>
                <a:cs typeface="Courier New"/>
              </a:rPr>
              <a:t>dup2()</a:t>
            </a:r>
            <a:r>
              <a:rPr sz="1300" spc="-509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connects</a:t>
            </a:r>
            <a:r>
              <a:rPr sz="1300" spc="-2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 processes.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309376" y="3742740"/>
            <a:ext cx="3642995" cy="1183005"/>
            <a:chOff x="4309376" y="3742740"/>
            <a:chExt cx="3642995" cy="1183005"/>
          </a:xfrm>
        </p:grpSpPr>
        <p:sp>
          <p:nvSpPr>
            <p:cNvPr id="34" name="object 34"/>
            <p:cNvSpPr/>
            <p:nvPr/>
          </p:nvSpPr>
          <p:spPr>
            <a:xfrm>
              <a:off x="4315676" y="3749040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35568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94" y="1106556"/>
                  </a:lnTo>
                  <a:lnTo>
                    <a:pt x="607" y="1106758"/>
                  </a:lnTo>
                  <a:lnTo>
                    <a:pt x="2394" y="1115953"/>
                  </a:lnTo>
                  <a:lnTo>
                    <a:pt x="2430" y="1116136"/>
                  </a:lnTo>
                  <a:lnTo>
                    <a:pt x="5416" y="1125015"/>
                  </a:lnTo>
                  <a:lnTo>
                    <a:pt x="36360" y="1160640"/>
                  </a:lnTo>
                  <a:lnTo>
                    <a:pt x="73088" y="1170355"/>
                  </a:lnTo>
                  <a:lnTo>
                    <a:pt x="3557168" y="1170000"/>
                  </a:lnTo>
                  <a:lnTo>
                    <a:pt x="3601538" y="1154901"/>
                  </a:lnTo>
                  <a:lnTo>
                    <a:pt x="3627754" y="1116136"/>
                  </a:lnTo>
                  <a:lnTo>
                    <a:pt x="3627815" y="1115953"/>
                  </a:lnTo>
                  <a:lnTo>
                    <a:pt x="3629597" y="1106758"/>
                  </a:lnTo>
                  <a:lnTo>
                    <a:pt x="3629636" y="1106556"/>
                  </a:lnTo>
                  <a:lnTo>
                    <a:pt x="3630221" y="1097280"/>
                  </a:lnTo>
                  <a:lnTo>
                    <a:pt x="3629888" y="73075"/>
                  </a:lnTo>
                  <a:lnTo>
                    <a:pt x="3614784" y="28705"/>
                  </a:lnTo>
                  <a:lnTo>
                    <a:pt x="3575840" y="2428"/>
                  </a:lnTo>
                  <a:lnTo>
                    <a:pt x="3566439" y="607"/>
                  </a:lnTo>
                  <a:lnTo>
                    <a:pt x="355680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15676" y="3749040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556800" y="0"/>
                  </a:lnTo>
                  <a:lnTo>
                    <a:pt x="3601333" y="15104"/>
                  </a:lnTo>
                  <a:lnTo>
                    <a:pt x="3627458" y="54224"/>
                  </a:lnTo>
                  <a:lnTo>
                    <a:pt x="3629888" y="73075"/>
                  </a:lnTo>
                  <a:lnTo>
                    <a:pt x="3630244" y="1096924"/>
                  </a:lnTo>
                  <a:lnTo>
                    <a:pt x="3629636" y="1106556"/>
                  </a:lnTo>
                  <a:lnTo>
                    <a:pt x="3627815" y="1115953"/>
                  </a:lnTo>
                  <a:lnTo>
                    <a:pt x="3601538" y="1154901"/>
                  </a:lnTo>
                  <a:lnTo>
                    <a:pt x="3557168" y="1170000"/>
                  </a:lnTo>
                  <a:lnTo>
                    <a:pt x="73088" y="1170355"/>
                  </a:lnTo>
                  <a:lnTo>
                    <a:pt x="28555" y="1155258"/>
                  </a:lnTo>
                  <a:lnTo>
                    <a:pt x="2430" y="1116136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52836" y="38858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39"/>
                  </a:lnTo>
                  <a:lnTo>
                    <a:pt x="114477" y="30594"/>
                  </a:lnTo>
                  <a:lnTo>
                    <a:pt x="67008" y="67002"/>
                  </a:lnTo>
                  <a:lnTo>
                    <a:pt x="30606" y="114477"/>
                  </a:lnTo>
                  <a:lnTo>
                    <a:pt x="7740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6" y="316075"/>
                  </a:lnTo>
                  <a:lnTo>
                    <a:pt x="47305" y="367871"/>
                  </a:lnTo>
                  <a:lnTo>
                    <a:pt x="89478" y="409900"/>
                  </a:lnTo>
                  <a:lnTo>
                    <a:pt x="141274" y="439883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3"/>
                  </a:lnTo>
                  <a:lnTo>
                    <a:pt x="367876" y="409900"/>
                  </a:lnTo>
                  <a:lnTo>
                    <a:pt x="409907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7" y="89473"/>
                  </a:lnTo>
                  <a:lnTo>
                    <a:pt x="367876" y="47297"/>
                  </a:lnTo>
                  <a:lnTo>
                    <a:pt x="316082" y="17311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 descr="ExclamationTriangle ic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53635" y="3986276"/>
              <a:ext cx="255600" cy="25560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5016144" y="3748674"/>
            <a:ext cx="2403475" cy="8674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sz="15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90"/>
              </a:spcBef>
            </a:pP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Empty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input,</a:t>
            </a:r>
            <a:r>
              <a:rPr sz="1300" spc="-1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EB2C7"/>
                </a:solidFill>
                <a:latin typeface="Calibri"/>
                <a:cs typeface="Calibri"/>
              </a:rPr>
              <a:t>pipe/fork/exec</a:t>
            </a:r>
            <a:r>
              <a:rPr sz="1300" spc="-1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failure, unsuccessful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child</a:t>
            </a:r>
            <a:r>
              <a:rPr sz="13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EB2C7"/>
                </a:solidFill>
                <a:latin typeface="Calibri"/>
                <a:cs typeface="Calibri"/>
              </a:rPr>
              <a:t>exit.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41984" y="5022899"/>
            <a:ext cx="3642995" cy="1183005"/>
            <a:chOff x="541984" y="5022899"/>
            <a:chExt cx="3642995" cy="1183005"/>
          </a:xfrm>
        </p:grpSpPr>
        <p:sp>
          <p:nvSpPr>
            <p:cNvPr id="40" name="object 40"/>
            <p:cNvSpPr/>
            <p:nvPr/>
          </p:nvSpPr>
          <p:spPr>
            <a:xfrm>
              <a:off x="548284" y="5029199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35568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94" y="1106556"/>
                  </a:lnTo>
                  <a:lnTo>
                    <a:pt x="607" y="1106758"/>
                  </a:lnTo>
                  <a:lnTo>
                    <a:pt x="21413" y="1148897"/>
                  </a:lnTo>
                  <a:lnTo>
                    <a:pt x="63442" y="1169748"/>
                  </a:lnTo>
                  <a:lnTo>
                    <a:pt x="73075" y="1170355"/>
                  </a:lnTo>
                  <a:lnTo>
                    <a:pt x="3557155" y="1170000"/>
                  </a:lnTo>
                  <a:lnTo>
                    <a:pt x="3601533" y="1154901"/>
                  </a:lnTo>
                  <a:lnTo>
                    <a:pt x="3627741" y="1116136"/>
                  </a:lnTo>
                  <a:lnTo>
                    <a:pt x="3627802" y="1115953"/>
                  </a:lnTo>
                  <a:lnTo>
                    <a:pt x="3629585" y="1106758"/>
                  </a:lnTo>
                  <a:lnTo>
                    <a:pt x="3629624" y="1106556"/>
                  </a:lnTo>
                  <a:lnTo>
                    <a:pt x="3630209" y="1097280"/>
                  </a:lnTo>
                  <a:lnTo>
                    <a:pt x="3630231" y="1096924"/>
                  </a:lnTo>
                  <a:lnTo>
                    <a:pt x="3629875" y="73075"/>
                  </a:lnTo>
                  <a:lnTo>
                    <a:pt x="3614777" y="28705"/>
                  </a:lnTo>
                  <a:lnTo>
                    <a:pt x="3575829" y="2428"/>
                  </a:lnTo>
                  <a:lnTo>
                    <a:pt x="3566432" y="607"/>
                  </a:lnTo>
                  <a:lnTo>
                    <a:pt x="355680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8284" y="5029199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56800" y="0"/>
                  </a:lnTo>
                  <a:lnTo>
                    <a:pt x="3601320" y="15104"/>
                  </a:lnTo>
                  <a:lnTo>
                    <a:pt x="3627447" y="54224"/>
                  </a:lnTo>
                  <a:lnTo>
                    <a:pt x="3629875" y="73075"/>
                  </a:lnTo>
                  <a:lnTo>
                    <a:pt x="3630231" y="1096924"/>
                  </a:lnTo>
                  <a:lnTo>
                    <a:pt x="3629624" y="1106556"/>
                  </a:lnTo>
                  <a:lnTo>
                    <a:pt x="3627802" y="1115953"/>
                  </a:lnTo>
                  <a:lnTo>
                    <a:pt x="3601533" y="1154901"/>
                  </a:lnTo>
                  <a:lnTo>
                    <a:pt x="3557155" y="1170000"/>
                  </a:lnTo>
                  <a:lnTo>
                    <a:pt x="73075" y="1170355"/>
                  </a:lnTo>
                  <a:lnTo>
                    <a:pt x="28548" y="1155258"/>
                  </a:lnTo>
                  <a:lnTo>
                    <a:pt x="2428" y="1116136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5444" y="51660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599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199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 descr="HourglassHalf ic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6244" y="5266435"/>
              <a:ext cx="255600" cy="25560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248740" y="5028834"/>
            <a:ext cx="2778125" cy="8674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5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Synchronization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90"/>
              </a:spcBef>
            </a:pP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parent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waits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launched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children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9EB2C7"/>
                </a:solidFill>
                <a:latin typeface="Calibri"/>
                <a:cs typeface="Calibri"/>
              </a:rPr>
              <a:t>to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finish.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309376" y="5022899"/>
            <a:ext cx="3642995" cy="1183005"/>
            <a:chOff x="4309376" y="5022899"/>
            <a:chExt cx="3642995" cy="1183005"/>
          </a:xfrm>
        </p:grpSpPr>
        <p:sp>
          <p:nvSpPr>
            <p:cNvPr id="46" name="object 46"/>
            <p:cNvSpPr/>
            <p:nvPr/>
          </p:nvSpPr>
          <p:spPr>
            <a:xfrm>
              <a:off x="4315676" y="5029199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35568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94" y="1106556"/>
                  </a:lnTo>
                  <a:lnTo>
                    <a:pt x="607" y="1106758"/>
                  </a:lnTo>
                  <a:lnTo>
                    <a:pt x="2394" y="1115953"/>
                  </a:lnTo>
                  <a:lnTo>
                    <a:pt x="2430" y="1116136"/>
                  </a:lnTo>
                  <a:lnTo>
                    <a:pt x="5416" y="1125015"/>
                  </a:lnTo>
                  <a:lnTo>
                    <a:pt x="36360" y="1160640"/>
                  </a:lnTo>
                  <a:lnTo>
                    <a:pt x="73088" y="1170355"/>
                  </a:lnTo>
                  <a:lnTo>
                    <a:pt x="3557168" y="1170000"/>
                  </a:lnTo>
                  <a:lnTo>
                    <a:pt x="3601538" y="1154901"/>
                  </a:lnTo>
                  <a:lnTo>
                    <a:pt x="3627754" y="1116136"/>
                  </a:lnTo>
                  <a:lnTo>
                    <a:pt x="3627815" y="1115953"/>
                  </a:lnTo>
                  <a:lnTo>
                    <a:pt x="3629597" y="1106758"/>
                  </a:lnTo>
                  <a:lnTo>
                    <a:pt x="3629636" y="1106556"/>
                  </a:lnTo>
                  <a:lnTo>
                    <a:pt x="3630221" y="1097280"/>
                  </a:lnTo>
                  <a:lnTo>
                    <a:pt x="3629888" y="73075"/>
                  </a:lnTo>
                  <a:lnTo>
                    <a:pt x="3614784" y="28705"/>
                  </a:lnTo>
                  <a:lnTo>
                    <a:pt x="3575840" y="2428"/>
                  </a:lnTo>
                  <a:lnTo>
                    <a:pt x="3566439" y="607"/>
                  </a:lnTo>
                  <a:lnTo>
                    <a:pt x="3556800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315676" y="5029199"/>
              <a:ext cx="3630295" cy="1170940"/>
            </a:xfrm>
            <a:custGeom>
              <a:avLst/>
              <a:gdLst/>
              <a:ahLst/>
              <a:cxnLst/>
              <a:rect l="l" t="t" r="r" b="b"/>
              <a:pathLst>
                <a:path w="3630295" h="11709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556800" y="0"/>
                  </a:lnTo>
                  <a:lnTo>
                    <a:pt x="3601333" y="15104"/>
                  </a:lnTo>
                  <a:lnTo>
                    <a:pt x="3627458" y="54224"/>
                  </a:lnTo>
                  <a:lnTo>
                    <a:pt x="3629888" y="73075"/>
                  </a:lnTo>
                  <a:lnTo>
                    <a:pt x="3630244" y="1096924"/>
                  </a:lnTo>
                  <a:lnTo>
                    <a:pt x="3629636" y="1106556"/>
                  </a:lnTo>
                  <a:lnTo>
                    <a:pt x="3627815" y="1115953"/>
                  </a:lnTo>
                  <a:lnTo>
                    <a:pt x="3601538" y="1154901"/>
                  </a:lnTo>
                  <a:lnTo>
                    <a:pt x="3557168" y="1170000"/>
                  </a:lnTo>
                  <a:lnTo>
                    <a:pt x="73088" y="1170355"/>
                  </a:lnTo>
                  <a:lnTo>
                    <a:pt x="28555" y="1155258"/>
                  </a:lnTo>
                  <a:lnTo>
                    <a:pt x="2430" y="1116136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52836" y="51660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39"/>
                  </a:lnTo>
                  <a:lnTo>
                    <a:pt x="114477" y="30594"/>
                  </a:lnTo>
                  <a:lnTo>
                    <a:pt x="67008" y="67002"/>
                  </a:lnTo>
                  <a:lnTo>
                    <a:pt x="30606" y="114477"/>
                  </a:lnTo>
                  <a:lnTo>
                    <a:pt x="7740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6" y="316075"/>
                  </a:lnTo>
                  <a:lnTo>
                    <a:pt x="47305" y="367871"/>
                  </a:lnTo>
                  <a:lnTo>
                    <a:pt x="89478" y="409900"/>
                  </a:lnTo>
                  <a:lnTo>
                    <a:pt x="141274" y="439883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3"/>
                  </a:lnTo>
                  <a:lnTo>
                    <a:pt x="367876" y="409900"/>
                  </a:lnTo>
                  <a:lnTo>
                    <a:pt x="409907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7" y="89473"/>
                  </a:lnTo>
                  <a:lnTo>
                    <a:pt x="367876" y="47297"/>
                  </a:lnTo>
                  <a:lnTo>
                    <a:pt x="316082" y="17311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 descr="Broom icon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53635" y="5266435"/>
              <a:ext cx="255600" cy="25560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5016144" y="5028834"/>
            <a:ext cx="2648585" cy="66865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15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Unused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pipe</a:t>
            </a:r>
            <a:r>
              <a:rPr sz="130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file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descriptors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closed.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177579" y="1182420"/>
            <a:ext cx="3469004" cy="5023485"/>
            <a:chOff x="8177579" y="1182420"/>
            <a:chExt cx="3469004" cy="5023485"/>
          </a:xfrm>
        </p:grpSpPr>
        <p:sp>
          <p:nvSpPr>
            <p:cNvPr id="52" name="object 52"/>
            <p:cNvSpPr/>
            <p:nvPr/>
          </p:nvSpPr>
          <p:spPr>
            <a:xfrm>
              <a:off x="8183879" y="1188719"/>
              <a:ext cx="3456940" cy="5011420"/>
            </a:xfrm>
            <a:custGeom>
              <a:avLst/>
              <a:gdLst/>
              <a:ahLst/>
              <a:cxnLst/>
              <a:rect l="l" t="t" r="r" b="b"/>
              <a:pathLst>
                <a:path w="3456940" h="5011420">
                  <a:moveTo>
                    <a:pt x="3382924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8" y="21467"/>
                  </a:lnTo>
                  <a:lnTo>
                    <a:pt x="606" y="63449"/>
                  </a:lnTo>
                  <a:lnTo>
                    <a:pt x="0" y="73075"/>
                  </a:lnTo>
                  <a:lnTo>
                    <a:pt x="0" y="4937759"/>
                  </a:lnTo>
                  <a:lnTo>
                    <a:pt x="585" y="4947036"/>
                  </a:lnTo>
                  <a:lnTo>
                    <a:pt x="607" y="4947388"/>
                  </a:lnTo>
                  <a:lnTo>
                    <a:pt x="2367" y="4956433"/>
                  </a:lnTo>
                  <a:lnTo>
                    <a:pt x="2428" y="4956749"/>
                  </a:lnTo>
                  <a:lnTo>
                    <a:pt x="5393" y="4965495"/>
                  </a:lnTo>
                  <a:lnTo>
                    <a:pt x="36360" y="5001120"/>
                  </a:lnTo>
                  <a:lnTo>
                    <a:pt x="73075" y="5010835"/>
                  </a:lnTo>
                  <a:lnTo>
                    <a:pt x="3383279" y="5010480"/>
                  </a:lnTo>
                  <a:lnTo>
                    <a:pt x="3427657" y="4995381"/>
                  </a:lnTo>
                  <a:lnTo>
                    <a:pt x="3450786" y="4965706"/>
                  </a:lnTo>
                  <a:lnTo>
                    <a:pt x="3450890" y="4965495"/>
                  </a:lnTo>
                  <a:lnTo>
                    <a:pt x="3453821" y="4956749"/>
                  </a:lnTo>
                  <a:lnTo>
                    <a:pt x="3453926" y="4956433"/>
                  </a:lnTo>
                  <a:lnTo>
                    <a:pt x="3455680" y="4947388"/>
                  </a:lnTo>
                  <a:lnTo>
                    <a:pt x="3455748" y="4947036"/>
                  </a:lnTo>
                  <a:lnTo>
                    <a:pt x="3456333" y="4937759"/>
                  </a:lnTo>
                  <a:lnTo>
                    <a:pt x="3456355" y="4937404"/>
                  </a:lnTo>
                  <a:lnTo>
                    <a:pt x="3456000" y="73075"/>
                  </a:lnTo>
                  <a:lnTo>
                    <a:pt x="3440901" y="28705"/>
                  </a:lnTo>
                  <a:lnTo>
                    <a:pt x="3401953" y="2428"/>
                  </a:lnTo>
                  <a:lnTo>
                    <a:pt x="3392556" y="607"/>
                  </a:lnTo>
                  <a:lnTo>
                    <a:pt x="338292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83879" y="1188719"/>
              <a:ext cx="3456940" cy="5011420"/>
            </a:xfrm>
            <a:custGeom>
              <a:avLst/>
              <a:gdLst/>
              <a:ahLst/>
              <a:cxnLst/>
              <a:rect l="l" t="t" r="r" b="b"/>
              <a:pathLst>
                <a:path w="3456940" h="50114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82924" y="0"/>
                  </a:lnTo>
                  <a:lnTo>
                    <a:pt x="3427444" y="15104"/>
                  </a:lnTo>
                  <a:lnTo>
                    <a:pt x="3453571" y="54090"/>
                  </a:lnTo>
                  <a:lnTo>
                    <a:pt x="3456000" y="73075"/>
                  </a:lnTo>
                  <a:lnTo>
                    <a:pt x="3456355" y="4937404"/>
                  </a:lnTo>
                  <a:lnTo>
                    <a:pt x="3455748" y="4947036"/>
                  </a:lnTo>
                  <a:lnTo>
                    <a:pt x="3453926" y="4956433"/>
                  </a:lnTo>
                  <a:lnTo>
                    <a:pt x="3427657" y="4995381"/>
                  </a:lnTo>
                  <a:lnTo>
                    <a:pt x="3383279" y="5010480"/>
                  </a:lnTo>
                  <a:lnTo>
                    <a:pt x="73075" y="5010835"/>
                  </a:lnTo>
                  <a:lnTo>
                    <a:pt x="28555" y="4995738"/>
                  </a:lnTo>
                  <a:lnTo>
                    <a:pt x="2428" y="4956749"/>
                  </a:lnTo>
                  <a:lnTo>
                    <a:pt x="0" y="493775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66404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39"/>
                  </a:lnTo>
                  <a:lnTo>
                    <a:pt x="114477" y="30594"/>
                  </a:lnTo>
                  <a:lnTo>
                    <a:pt x="67002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 descr="TimesCircle icon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67204" y="1425955"/>
              <a:ext cx="255600" cy="25560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8929699" y="1419390"/>
            <a:ext cx="16389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ABE23"/>
                </a:solidFill>
                <a:latin typeface="Calibri"/>
                <a:cs typeface="Calibri"/>
              </a:rPr>
              <a:t>Current</a:t>
            </a:r>
            <a:r>
              <a:rPr sz="1600" b="1" spc="-45" dirty="0">
                <a:solidFill>
                  <a:srgbClr val="FABE23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ABE23"/>
                </a:solidFill>
                <a:latin typeface="Calibri"/>
                <a:cs typeface="Calibri"/>
              </a:rPr>
              <a:t>Limitations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353704" y="1968017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353704" y="2603068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353704" y="3009506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53704" y="3415944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353704" y="3822382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353704" y="4457420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696782" y="1998624"/>
            <a:ext cx="2765425" cy="297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shell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operators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&amp;&amp;,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||,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5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&lt;</a:t>
            </a:r>
            <a:endParaRPr sz="1500">
              <a:latin typeface="Calibri"/>
              <a:cs typeface="Calibri"/>
            </a:endParaRPr>
          </a:p>
          <a:p>
            <a:pPr marL="12700" marR="28575">
              <a:lnSpc>
                <a:spcPct val="177800"/>
              </a:lnSpc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quoted-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string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argument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parsing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wildcard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expansion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4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accepted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program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endParaRPr sz="1500">
              <a:latin typeface="Calibri"/>
              <a:cs typeface="Calibri"/>
            </a:endParaRPr>
          </a:p>
          <a:p>
            <a:pPr marL="12700" marR="78105">
              <a:lnSpc>
                <a:spcPct val="100000"/>
              </a:lnSpc>
              <a:spcBef>
                <a:spcPts val="14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malformed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pipelines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not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detected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413905"/>
            <a:ext cx="426910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65" dirty="0">
                <a:solidFill>
                  <a:srgbClr val="21D2ED"/>
                </a:solidFill>
              </a:rPr>
              <a:t> </a:t>
            </a:r>
            <a:r>
              <a:rPr spc="-50" dirty="0"/>
              <a:t>Testing</a:t>
            </a:r>
            <a:r>
              <a:rPr spc="-5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584" y="1176019"/>
            <a:ext cx="69856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9EB2C7"/>
                </a:solidFill>
                <a:latin typeface="Calibri"/>
                <a:cs typeface="Calibri"/>
              </a:rPr>
              <a:t>Strategy:</a:t>
            </a:r>
            <a:r>
              <a:rPr sz="15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EB2C7"/>
                </a:solidFill>
                <a:latin typeface="Calibri"/>
                <a:cs typeface="Calibri"/>
              </a:rPr>
              <a:t>run</a:t>
            </a:r>
            <a:r>
              <a:rPr sz="15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9EB2C7"/>
                </a:solidFill>
                <a:latin typeface="Calibri"/>
                <a:cs typeface="Calibri"/>
              </a:rPr>
              <a:t>different</a:t>
            </a:r>
            <a:r>
              <a:rPr sz="15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EB2C7"/>
                </a:solidFill>
                <a:latin typeface="Calibri"/>
                <a:cs typeface="Calibri"/>
              </a:rPr>
              <a:t>command</a:t>
            </a:r>
            <a:r>
              <a:rPr sz="15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EB2C7"/>
                </a:solidFill>
                <a:latin typeface="Calibri"/>
                <a:cs typeface="Calibri"/>
              </a:rPr>
              <a:t>pipelines</a:t>
            </a:r>
            <a:r>
              <a:rPr sz="15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EB2C7"/>
                </a:solidFill>
                <a:latin typeface="Calibri"/>
                <a:cs typeface="Calibri"/>
              </a:rPr>
              <a:t>and</a:t>
            </a:r>
            <a:r>
              <a:rPr sz="15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9EB2C7"/>
                </a:solidFill>
                <a:latin typeface="Calibri"/>
                <a:cs typeface="Calibri"/>
              </a:rPr>
              <a:t>compare</a:t>
            </a:r>
            <a:r>
              <a:rPr sz="15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EB2C7"/>
                </a:solidFill>
                <a:latin typeface="Calibri"/>
                <a:cs typeface="Calibri"/>
              </a:rPr>
              <a:t>output</a:t>
            </a:r>
            <a:r>
              <a:rPr sz="15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EB2C7"/>
                </a:solidFill>
                <a:latin typeface="Calibri"/>
                <a:cs typeface="Calibri"/>
              </a:rPr>
              <a:t>with</a:t>
            </a:r>
            <a:r>
              <a:rPr sz="15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EB2C7"/>
                </a:solidFill>
                <a:latin typeface="Calibri"/>
                <a:cs typeface="Calibri"/>
              </a:rPr>
              <a:t>what</a:t>
            </a:r>
            <a:r>
              <a:rPr sz="15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EB2C7"/>
                </a:solidFill>
                <a:latin typeface="Calibri"/>
                <a:cs typeface="Calibri"/>
              </a:rPr>
              <a:t>is</a:t>
            </a:r>
            <a:r>
              <a:rPr sz="150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9EB2C7"/>
                </a:solidFill>
                <a:latin typeface="Calibri"/>
                <a:cs typeface="Calibri"/>
              </a:rPr>
              <a:t>expected.</a:t>
            </a:r>
            <a:endParaRPr sz="15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748273"/>
              </p:ext>
            </p:extLst>
          </p:nvPr>
        </p:nvGraphicFramePr>
        <p:xfrm>
          <a:off x="544512" y="1641792"/>
          <a:ext cx="11091544" cy="3954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300" b="1" spc="-25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300" b="1" spc="-4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21D2ED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300" b="1" spc="-1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21D2ED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300" b="1" spc="-1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1300" b="1" spc="-3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21D2ED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300" b="1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r>
                        <a:rPr sz="1300" b="1" spc="-6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21D2ED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300" b="1" spc="-10" dirty="0">
                          <a:solidFill>
                            <a:srgbClr val="050E1E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21D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200" spc="-25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pwd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17081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Displays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working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directory.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i="1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FFC000"/>
                          </a:solidFill>
                        </a:rPr>
                        <a:t>Displays the current working directory.</a:t>
                      </a:r>
                      <a:endParaRPr sz="1200" i="1" dirty="0">
                        <a:solidFill>
                          <a:srgbClr val="FFC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solidFill>
                          <a:srgbClr val="00B05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200" dirty="0">
                        <a:solidFill>
                          <a:srgbClr val="00B05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</a:t>
                      </a: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Two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ls</a:t>
                      </a:r>
                      <a:r>
                        <a:rPr sz="1200" spc="-2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sz="1200" spc="-2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wc</a:t>
                      </a:r>
                      <a:r>
                        <a:rPr sz="1200" spc="-15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2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200" spc="-5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17081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Displays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lines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produced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i="1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FFC000"/>
                          </a:solidFill>
                        </a:rPr>
                        <a:t>Displays the line count.</a:t>
                      </a:r>
                      <a:endParaRPr sz="1200" i="1" dirty="0">
                        <a:solidFill>
                          <a:srgbClr val="FFC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solidFill>
                          <a:srgbClr val="00B05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00B050"/>
                          </a:solidFill>
                          <a:latin typeface="+mn-lt"/>
                          <a:cs typeface="Calibri"/>
                        </a:rPr>
                        <a:t>PASS</a:t>
                      </a:r>
                      <a:endParaRPr lang="en-IN" sz="1200" dirty="0">
                        <a:solidFill>
                          <a:srgbClr val="00B050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</a:t>
                      </a: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Three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ls</a:t>
                      </a:r>
                      <a:r>
                        <a:rPr sz="1200" spc="-25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sz="1200" spc="-25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grep</a:t>
                      </a:r>
                      <a:r>
                        <a:rPr sz="1200" spc="-2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.c</a:t>
                      </a:r>
                      <a:r>
                        <a:rPr sz="1200" spc="-25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sz="1200" spc="-25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wc</a:t>
                      </a:r>
                      <a:r>
                        <a:rPr sz="1200" spc="-2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-</a:t>
                      </a:r>
                      <a:r>
                        <a:rPr sz="1200" spc="-5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17081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694690">
                        <a:lnSpc>
                          <a:spcPct val="101600"/>
                        </a:lnSpc>
                        <a:spcBef>
                          <a:spcPts val="68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Displays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count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directory-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listing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lines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matching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.c.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i="1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FFC000"/>
                          </a:solidFill>
                        </a:rPr>
                        <a:t>Displays the filtered line count.</a:t>
                      </a:r>
                      <a:endParaRPr sz="1200" i="1" dirty="0">
                        <a:solidFill>
                          <a:srgbClr val="FFC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solidFill>
                          <a:srgbClr val="00B05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00B050"/>
                          </a:solidFill>
                          <a:latin typeface="+mn-lt"/>
                          <a:cs typeface="Calibri"/>
                        </a:rPr>
                        <a:t>PASS</a:t>
                      </a:r>
                      <a:endParaRPr lang="en-IN" sz="1200" dirty="0">
                        <a:solidFill>
                          <a:srgbClr val="00B050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4.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Sorting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spc="-55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banana</a:t>
                      </a:r>
                      <a:r>
                        <a:rPr sz="1200" spc="-55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sz="1200" spc="-5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2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sort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17081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Displays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banana.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i="1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FFC000"/>
                          </a:solidFill>
                        </a:rPr>
                        <a:t>Displays </a:t>
                      </a:r>
                      <a:r>
                        <a:rPr lang="en-IN" sz="1200" i="1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banana</a:t>
                      </a:r>
                      <a:r>
                        <a:rPr lang="en-IN" sz="1200" i="1" dirty="0">
                          <a:solidFill>
                            <a:srgbClr val="FFC000"/>
                          </a:solidFill>
                        </a:rPr>
                        <a:t>.</a:t>
                      </a:r>
                      <a:endParaRPr lang="en-IN" sz="1200" i="1" dirty="0">
                        <a:solidFill>
                          <a:srgbClr val="FFC000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solidFill>
                          <a:srgbClr val="00B05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00B050"/>
                          </a:solidFill>
                          <a:latin typeface="+mn-lt"/>
                          <a:cs typeface="Calibri"/>
                        </a:rPr>
                        <a:t>PASS</a:t>
                      </a:r>
                      <a:endParaRPr lang="en-IN" sz="1200" dirty="0">
                        <a:solidFill>
                          <a:srgbClr val="00B050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5.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Invalid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200" spc="-10" dirty="0">
                          <a:solidFill>
                            <a:srgbClr val="21D2ED"/>
                          </a:solidFill>
                          <a:latin typeface="Courier New"/>
                          <a:cs typeface="Courier New"/>
                        </a:rPr>
                        <a:t>invalidcommand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17081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155575">
                        <a:lnSpc>
                          <a:spcPct val="101600"/>
                        </a:lnSpc>
                        <a:spcBef>
                          <a:spcPts val="68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Displays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execution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pipeline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r>
                        <a:rPr sz="12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message.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i="1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FFC000"/>
                          </a:solidFill>
                        </a:rPr>
                        <a:t>Displays a command error and pipeline failure message.</a:t>
                      </a:r>
                      <a:endParaRPr sz="1200" i="1" dirty="0">
                        <a:solidFill>
                          <a:srgbClr val="FFC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solidFill>
                          <a:srgbClr val="00B05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00B050"/>
                          </a:solidFill>
                          <a:latin typeface="+mn-lt"/>
                          <a:cs typeface="Calibri"/>
                        </a:rPr>
                        <a:t>PASS</a:t>
                      </a:r>
                      <a:endParaRPr lang="en-IN" sz="1200" dirty="0">
                        <a:solidFill>
                          <a:srgbClr val="00B050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6.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Empty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676910">
                        <a:lnSpc>
                          <a:spcPct val="101600"/>
                        </a:lnSpc>
                        <a:spcBef>
                          <a:spcPts val="685"/>
                        </a:spcBef>
                      </a:pPr>
                      <a:r>
                        <a:rPr sz="1200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Press</a:t>
                      </a:r>
                      <a:r>
                        <a:rPr sz="1200" i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Enter</a:t>
                      </a:r>
                      <a:r>
                        <a:rPr sz="1200" i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200" i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typing</a:t>
                      </a:r>
                      <a:r>
                        <a:rPr sz="1200" i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i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200" i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command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200" dirty="0">
                          <a:solidFill>
                            <a:srgbClr val="49DD7F"/>
                          </a:solidFill>
                          <a:latin typeface="Courier New"/>
                          <a:cs typeface="Courier New"/>
                        </a:rPr>
                        <a:t>Error:</a:t>
                      </a:r>
                      <a:r>
                        <a:rPr sz="1200" spc="-70" dirty="0">
                          <a:solidFill>
                            <a:srgbClr val="49DD7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49DD7F"/>
                          </a:solidFill>
                          <a:latin typeface="Courier New"/>
                          <a:cs typeface="Courier New"/>
                        </a:rPr>
                        <a:t>No</a:t>
                      </a:r>
                      <a:r>
                        <a:rPr sz="1200" spc="-65" dirty="0">
                          <a:solidFill>
                            <a:srgbClr val="49DD7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solidFill>
                            <a:srgbClr val="49DD7F"/>
                          </a:solidFill>
                          <a:latin typeface="Courier New"/>
                          <a:cs typeface="Courier New"/>
                        </a:rPr>
                        <a:t>commands</a:t>
                      </a:r>
                      <a:r>
                        <a:rPr sz="1200" spc="-65" dirty="0">
                          <a:solidFill>
                            <a:srgbClr val="49DD7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solidFill>
                            <a:srgbClr val="49DD7F"/>
                          </a:solidFill>
                          <a:latin typeface="Courier New"/>
                          <a:cs typeface="Courier New"/>
                        </a:rPr>
                        <a:t>entered.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17081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i="1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FFC000"/>
                          </a:solidFill>
                        </a:rPr>
                        <a:t>Displays </a:t>
                      </a:r>
                      <a:r>
                        <a:rPr lang="en-IN" sz="1200" i="1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Error: No commands entered.</a:t>
                      </a:r>
                      <a:endParaRPr sz="1200" i="1" dirty="0">
                        <a:solidFill>
                          <a:srgbClr val="FFC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 dirty="0">
                        <a:solidFill>
                          <a:srgbClr val="00B05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200" i="1" dirty="0">
                          <a:solidFill>
                            <a:srgbClr val="00B050"/>
                          </a:solidFill>
                          <a:latin typeface="+mn-lt"/>
                          <a:cs typeface="Calibri"/>
                        </a:rPr>
                        <a:t>PASS</a:t>
                      </a:r>
                      <a:endParaRPr lang="en-IN" sz="1200" dirty="0">
                        <a:solidFill>
                          <a:srgbClr val="00B050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466E"/>
                      </a:solidFill>
                      <a:prstDash val="solid"/>
                    </a:lnL>
                    <a:lnR w="9525">
                      <a:solidFill>
                        <a:srgbClr val="23466E"/>
                      </a:solidFill>
                      <a:prstDash val="solid"/>
                    </a:lnR>
                    <a:lnT w="9525">
                      <a:solidFill>
                        <a:srgbClr val="23466E"/>
                      </a:solidFill>
                      <a:prstDash val="solid"/>
                    </a:lnT>
                    <a:lnB w="9525">
                      <a:solidFill>
                        <a:srgbClr val="23466E"/>
                      </a:solidFill>
                      <a:prstDash val="solid"/>
                    </a:lnB>
                    <a:solidFill>
                      <a:srgbClr val="050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75" dirty="0">
                <a:solidFill>
                  <a:srgbClr val="21D2ED"/>
                </a:solidFill>
              </a:rPr>
              <a:t> </a:t>
            </a:r>
            <a:r>
              <a:rPr dirty="0"/>
              <a:t>Results</a:t>
            </a:r>
            <a:r>
              <a:rPr spc="-7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584" y="1096136"/>
            <a:ext cx="2279650" cy="6235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700" b="1" dirty="0">
                <a:solidFill>
                  <a:srgbClr val="21D2ED"/>
                </a:solidFill>
                <a:latin typeface="Calibri"/>
                <a:cs typeface="Calibri"/>
              </a:rPr>
              <a:t>Compile</a:t>
            </a:r>
            <a:r>
              <a:rPr sz="1700" b="1" spc="-2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21D2ED"/>
                </a:solidFill>
                <a:latin typeface="Calibri"/>
                <a:cs typeface="Calibri"/>
              </a:rPr>
              <a:t>and</a:t>
            </a:r>
            <a:r>
              <a:rPr sz="1700" b="1" spc="-1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700" b="1" spc="-25" dirty="0">
                <a:solidFill>
                  <a:srgbClr val="21D2ED"/>
                </a:solidFill>
                <a:latin typeface="Calibri"/>
                <a:cs typeface="Calibri"/>
              </a:rPr>
              <a:t>Run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Save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EB2C7"/>
                </a:solidFill>
                <a:latin typeface="Calibri"/>
                <a:cs typeface="Calibri"/>
              </a:rPr>
              <a:t>source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EB2C7"/>
                </a:solidFill>
                <a:latin typeface="Calibri"/>
                <a:cs typeface="Calibri"/>
              </a:rPr>
              <a:t>as</a:t>
            </a:r>
            <a:r>
              <a:rPr sz="130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D2ED"/>
                </a:solidFill>
                <a:latin typeface="Courier New"/>
                <a:cs typeface="Courier New"/>
              </a:rPr>
              <a:t>pipeline.c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851804" y="1188364"/>
            <a:ext cx="5788660" cy="365760"/>
          </a:xfrm>
          <a:custGeom>
            <a:avLst/>
            <a:gdLst/>
            <a:ahLst/>
            <a:cxnLst/>
            <a:rect l="l" t="t" r="r" b="b"/>
            <a:pathLst>
              <a:path w="5788659" h="365759">
                <a:moveTo>
                  <a:pt x="5714631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292671"/>
                </a:lnTo>
                <a:lnTo>
                  <a:pt x="5412" y="320412"/>
                </a:lnTo>
                <a:lnTo>
                  <a:pt x="5464" y="320567"/>
                </a:lnTo>
                <a:lnTo>
                  <a:pt x="36360" y="356031"/>
                </a:lnTo>
                <a:lnTo>
                  <a:pt x="73075" y="365760"/>
                </a:lnTo>
                <a:lnTo>
                  <a:pt x="5715000" y="365391"/>
                </a:lnTo>
                <a:lnTo>
                  <a:pt x="5759370" y="350300"/>
                </a:lnTo>
                <a:lnTo>
                  <a:pt x="5785587" y="311527"/>
                </a:lnTo>
                <a:lnTo>
                  <a:pt x="5788053" y="292671"/>
                </a:lnTo>
                <a:lnTo>
                  <a:pt x="5788075" y="292315"/>
                </a:lnTo>
                <a:lnTo>
                  <a:pt x="5787720" y="73075"/>
                </a:lnTo>
                <a:lnTo>
                  <a:pt x="5772616" y="28698"/>
                </a:lnTo>
                <a:lnTo>
                  <a:pt x="5733672" y="2428"/>
                </a:lnTo>
                <a:lnTo>
                  <a:pt x="5724271" y="607"/>
                </a:lnTo>
                <a:lnTo>
                  <a:pt x="5714631" y="0"/>
                </a:lnTo>
                <a:close/>
              </a:path>
            </a:pathLst>
          </a:custGeom>
          <a:solidFill>
            <a:srgbClr val="FABE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738022" y="1259179"/>
            <a:ext cx="401320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75" dirty="0">
                <a:solidFill>
                  <a:srgbClr val="050E1E"/>
                </a:solidFill>
                <a:latin typeface="Calibri"/>
                <a:cs typeface="Calibri"/>
              </a:rPr>
              <a:t>EXAMPLE</a:t>
            </a:r>
            <a:r>
              <a:rPr sz="1300" b="1" spc="200" dirty="0">
                <a:solidFill>
                  <a:srgbClr val="050E1E"/>
                </a:solidFill>
                <a:latin typeface="Calibri"/>
                <a:cs typeface="Calibri"/>
              </a:rPr>
              <a:t> </a:t>
            </a:r>
            <a:r>
              <a:rPr sz="1300" b="1" spc="75" dirty="0">
                <a:solidFill>
                  <a:srgbClr val="050E1E"/>
                </a:solidFill>
                <a:latin typeface="Calibri"/>
                <a:cs typeface="Calibri"/>
              </a:rPr>
              <a:t>OUTPUT</a:t>
            </a:r>
            <a:r>
              <a:rPr sz="1300" b="1" spc="150" dirty="0">
                <a:solidFill>
                  <a:srgbClr val="050E1E"/>
                </a:solidFill>
                <a:latin typeface="Calibri"/>
                <a:cs typeface="Calibri"/>
              </a:rPr>
              <a:t> 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1984" y="1822144"/>
            <a:ext cx="4950460" cy="1018540"/>
            <a:chOff x="541984" y="1822144"/>
            <a:chExt cx="4950460" cy="1018540"/>
          </a:xfrm>
        </p:grpSpPr>
        <p:sp>
          <p:nvSpPr>
            <p:cNvPr id="5" name="object 5"/>
            <p:cNvSpPr/>
            <p:nvPr/>
          </p:nvSpPr>
          <p:spPr>
            <a:xfrm>
              <a:off x="548284" y="1828444"/>
              <a:ext cx="4937760" cy="1005840"/>
            </a:xfrm>
            <a:custGeom>
              <a:avLst/>
              <a:gdLst/>
              <a:ahLst/>
              <a:cxnLst/>
              <a:rect l="l" t="t" r="r" b="b"/>
              <a:pathLst>
                <a:path w="4937760" h="1005839">
                  <a:moveTo>
                    <a:pt x="48643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932751"/>
                  </a:lnTo>
                  <a:lnTo>
                    <a:pt x="594" y="942029"/>
                  </a:lnTo>
                  <a:lnTo>
                    <a:pt x="607" y="942229"/>
                  </a:lnTo>
                  <a:lnTo>
                    <a:pt x="2394" y="951430"/>
                  </a:lnTo>
                  <a:lnTo>
                    <a:pt x="2428" y="951607"/>
                  </a:lnTo>
                  <a:lnTo>
                    <a:pt x="28548" y="990730"/>
                  </a:lnTo>
                  <a:lnTo>
                    <a:pt x="73075" y="1005840"/>
                  </a:lnTo>
                  <a:lnTo>
                    <a:pt x="4864671" y="1005471"/>
                  </a:lnTo>
                  <a:lnTo>
                    <a:pt x="4909049" y="990380"/>
                  </a:lnTo>
                  <a:lnTo>
                    <a:pt x="4932212" y="960647"/>
                  </a:lnTo>
                  <a:lnTo>
                    <a:pt x="4932289" y="960492"/>
                  </a:lnTo>
                  <a:lnTo>
                    <a:pt x="4935269" y="951607"/>
                  </a:lnTo>
                  <a:lnTo>
                    <a:pt x="4935329" y="951430"/>
                  </a:lnTo>
                  <a:lnTo>
                    <a:pt x="4937113" y="942229"/>
                  </a:lnTo>
                  <a:lnTo>
                    <a:pt x="4937152" y="942029"/>
                  </a:lnTo>
                  <a:lnTo>
                    <a:pt x="4937737" y="932751"/>
                  </a:lnTo>
                  <a:lnTo>
                    <a:pt x="4937759" y="932395"/>
                  </a:lnTo>
                  <a:lnTo>
                    <a:pt x="4937391" y="73075"/>
                  </a:lnTo>
                  <a:lnTo>
                    <a:pt x="4922300" y="28698"/>
                  </a:lnTo>
                  <a:lnTo>
                    <a:pt x="4883350" y="2428"/>
                  </a:lnTo>
                  <a:lnTo>
                    <a:pt x="4873949" y="607"/>
                  </a:lnTo>
                  <a:lnTo>
                    <a:pt x="486431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284" y="1828444"/>
              <a:ext cx="4937760" cy="1005840"/>
            </a:xfrm>
            <a:custGeom>
              <a:avLst/>
              <a:gdLst/>
              <a:ahLst/>
              <a:cxnLst/>
              <a:rect l="l" t="t" r="r" b="b"/>
              <a:pathLst>
                <a:path w="4937760" h="10058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4864315" y="0"/>
                  </a:lnTo>
                  <a:lnTo>
                    <a:pt x="4908843" y="15096"/>
                  </a:lnTo>
                  <a:lnTo>
                    <a:pt x="4934962" y="54219"/>
                  </a:lnTo>
                  <a:lnTo>
                    <a:pt x="4937391" y="73075"/>
                  </a:lnTo>
                  <a:lnTo>
                    <a:pt x="4937759" y="932395"/>
                  </a:lnTo>
                  <a:lnTo>
                    <a:pt x="4937152" y="942029"/>
                  </a:lnTo>
                  <a:lnTo>
                    <a:pt x="4935329" y="951430"/>
                  </a:lnTo>
                  <a:lnTo>
                    <a:pt x="4909049" y="990380"/>
                  </a:lnTo>
                  <a:lnTo>
                    <a:pt x="4864671" y="1005471"/>
                  </a:lnTo>
                  <a:lnTo>
                    <a:pt x="73075" y="1005840"/>
                  </a:lnTo>
                  <a:lnTo>
                    <a:pt x="28548" y="990730"/>
                  </a:lnTo>
                  <a:lnTo>
                    <a:pt x="2428" y="951607"/>
                  </a:lnTo>
                  <a:lnTo>
                    <a:pt x="0" y="93275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164" y="1956600"/>
              <a:ext cx="118795" cy="1187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395" y="1956600"/>
              <a:ext cx="118808" cy="1187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640" y="1956600"/>
              <a:ext cx="118795" cy="11879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18464" y="2176401"/>
            <a:ext cx="4463136" cy="5309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rtl="0">
              <a:spcBef>
                <a:spcPts val="500"/>
              </a:spcBef>
            </a:pPr>
            <a:r>
              <a:rPr sz="1300" b="1" dirty="0">
                <a:solidFill>
                  <a:srgbClr val="49DD7F"/>
                </a:solidFill>
                <a:latin typeface="Courier New"/>
                <a:cs typeface="Courier New"/>
              </a:rPr>
              <a:t>$</a:t>
            </a:r>
            <a:r>
              <a:rPr sz="1300" b="1" spc="-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IN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-Wall -</a:t>
            </a:r>
            <a:r>
              <a:rPr lang="en-IN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Wextra</a:t>
            </a:r>
            <a:r>
              <a:rPr lang="en-IN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pipeline.c</a:t>
            </a:r>
            <a:r>
              <a:rPr lang="en-IN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-o pipeline</a:t>
            </a:r>
            <a:endParaRPr sz="13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300" b="1" dirty="0">
                <a:solidFill>
                  <a:srgbClr val="49DD7F"/>
                </a:solidFill>
                <a:latin typeface="Courier New"/>
                <a:cs typeface="Courier New"/>
              </a:rPr>
              <a:t>$</a:t>
            </a:r>
            <a:r>
              <a:rPr sz="1300" b="1" spc="-15" dirty="0">
                <a:solidFill>
                  <a:srgbClr val="49DD7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./pipeline</a:t>
            </a:r>
            <a:endParaRPr sz="13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584" y="3004464"/>
            <a:ext cx="25323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21D2ED"/>
                </a:solidFill>
                <a:latin typeface="Calibri"/>
                <a:cs typeface="Calibri"/>
              </a:rPr>
              <a:t>Assumed</a:t>
            </a:r>
            <a:r>
              <a:rPr sz="1700" b="1" spc="-55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21D2ED"/>
                </a:solidFill>
                <a:latin typeface="Calibri"/>
                <a:cs typeface="Calibri"/>
              </a:rPr>
              <a:t>directory</a:t>
            </a:r>
            <a:r>
              <a:rPr sz="1700" b="1" spc="-4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21D2ED"/>
                </a:solidFill>
                <a:latin typeface="Calibri"/>
                <a:cs typeface="Calibri"/>
              </a:rPr>
              <a:t>contents</a:t>
            </a:r>
            <a:endParaRPr sz="17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1984" y="3376979"/>
            <a:ext cx="4950460" cy="881380"/>
            <a:chOff x="541984" y="3376979"/>
            <a:chExt cx="4950460" cy="881380"/>
          </a:xfrm>
        </p:grpSpPr>
        <p:sp>
          <p:nvSpPr>
            <p:cNvPr id="13" name="object 13"/>
            <p:cNvSpPr/>
            <p:nvPr/>
          </p:nvSpPr>
          <p:spPr>
            <a:xfrm>
              <a:off x="548284" y="3383279"/>
              <a:ext cx="4937760" cy="868680"/>
            </a:xfrm>
            <a:custGeom>
              <a:avLst/>
              <a:gdLst/>
              <a:ahLst/>
              <a:cxnLst/>
              <a:rect l="l" t="t" r="r" b="b"/>
              <a:pathLst>
                <a:path w="4937760" h="868679">
                  <a:moveTo>
                    <a:pt x="48643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594" y="804875"/>
                  </a:lnTo>
                  <a:lnTo>
                    <a:pt x="607" y="805080"/>
                  </a:lnTo>
                  <a:lnTo>
                    <a:pt x="2394" y="814276"/>
                  </a:lnTo>
                  <a:lnTo>
                    <a:pt x="2428" y="814455"/>
                  </a:lnTo>
                  <a:lnTo>
                    <a:pt x="5412" y="823339"/>
                  </a:lnTo>
                  <a:lnTo>
                    <a:pt x="5464" y="823495"/>
                  </a:lnTo>
                  <a:lnTo>
                    <a:pt x="9715" y="831964"/>
                  </a:lnTo>
                  <a:lnTo>
                    <a:pt x="44979" y="863215"/>
                  </a:lnTo>
                  <a:lnTo>
                    <a:pt x="73075" y="868680"/>
                  </a:lnTo>
                  <a:lnTo>
                    <a:pt x="4864671" y="868324"/>
                  </a:lnTo>
                  <a:lnTo>
                    <a:pt x="4909049" y="853220"/>
                  </a:lnTo>
                  <a:lnTo>
                    <a:pt x="4932212" y="823495"/>
                  </a:lnTo>
                  <a:lnTo>
                    <a:pt x="4932289" y="823339"/>
                  </a:lnTo>
                  <a:lnTo>
                    <a:pt x="4937759" y="795235"/>
                  </a:lnTo>
                  <a:lnTo>
                    <a:pt x="4937391" y="73075"/>
                  </a:lnTo>
                  <a:lnTo>
                    <a:pt x="4922300" y="28705"/>
                  </a:lnTo>
                  <a:lnTo>
                    <a:pt x="4883350" y="2428"/>
                  </a:lnTo>
                  <a:lnTo>
                    <a:pt x="4873949" y="607"/>
                  </a:lnTo>
                  <a:lnTo>
                    <a:pt x="486431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284" y="3383279"/>
              <a:ext cx="4937760" cy="868680"/>
            </a:xfrm>
            <a:custGeom>
              <a:avLst/>
              <a:gdLst/>
              <a:ahLst/>
              <a:cxnLst/>
              <a:rect l="l" t="t" r="r" b="b"/>
              <a:pathLst>
                <a:path w="4937760" h="8686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4864315" y="0"/>
                  </a:lnTo>
                  <a:lnTo>
                    <a:pt x="4908843" y="15104"/>
                  </a:lnTo>
                  <a:lnTo>
                    <a:pt x="4934962" y="54224"/>
                  </a:lnTo>
                  <a:lnTo>
                    <a:pt x="4937391" y="73075"/>
                  </a:lnTo>
                  <a:lnTo>
                    <a:pt x="4937759" y="795235"/>
                  </a:lnTo>
                  <a:lnTo>
                    <a:pt x="4937152" y="804875"/>
                  </a:lnTo>
                  <a:lnTo>
                    <a:pt x="4935329" y="814276"/>
                  </a:lnTo>
                  <a:lnTo>
                    <a:pt x="4909049" y="853220"/>
                  </a:lnTo>
                  <a:lnTo>
                    <a:pt x="4864671" y="868324"/>
                  </a:lnTo>
                  <a:lnTo>
                    <a:pt x="73075" y="868680"/>
                  </a:lnTo>
                  <a:lnTo>
                    <a:pt x="28548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164" y="3511079"/>
              <a:ext cx="118795" cy="1187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395" y="3511079"/>
              <a:ext cx="118808" cy="11879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640" y="3511079"/>
              <a:ext cx="118795" cy="11879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18464" y="3865219"/>
            <a:ext cx="61912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main.c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7949" y="3865219"/>
            <a:ext cx="61912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test.c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97435" y="3865219"/>
            <a:ext cx="9169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notes.txt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84517" y="3865219"/>
            <a:ext cx="8159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data.txt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53504" y="1770380"/>
            <a:ext cx="11455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EB2C7"/>
                </a:solidFill>
                <a:latin typeface="Calibri"/>
                <a:cs typeface="Calibri"/>
              </a:rPr>
              <a:t>user@linux:</a:t>
            </a:r>
            <a:r>
              <a:rPr sz="1000" spc="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EB2C7"/>
                </a:solidFill>
                <a:latin typeface="Calibri"/>
                <a:cs typeface="Calibri"/>
              </a:rPr>
              <a:t>~/project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584" y="4467504"/>
            <a:ext cx="16929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21D2ED"/>
                </a:solidFill>
                <a:latin typeface="Calibri"/>
                <a:cs typeface="Calibri"/>
              </a:rPr>
              <a:t>Result</a:t>
            </a:r>
            <a:r>
              <a:rPr sz="1700" b="1" spc="-5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21D2ED"/>
                </a:solidFill>
                <a:latin typeface="Calibri"/>
                <a:cs typeface="Calibri"/>
              </a:rPr>
              <a:t>Explanation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5584" y="4776668"/>
            <a:ext cx="3505200" cy="10325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5560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directory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entries.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5560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grep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.c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keeps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lines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matching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pattern.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35560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wc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-l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counts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filtered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lines.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5560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shown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terminal.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845504" y="4474260"/>
            <a:ext cx="5800725" cy="1795780"/>
            <a:chOff x="5845504" y="4474260"/>
            <a:chExt cx="5800725" cy="1795780"/>
          </a:xfrm>
        </p:grpSpPr>
        <p:sp>
          <p:nvSpPr>
            <p:cNvPr id="35" name="object 35"/>
            <p:cNvSpPr/>
            <p:nvPr/>
          </p:nvSpPr>
          <p:spPr>
            <a:xfrm>
              <a:off x="5851804" y="4480560"/>
              <a:ext cx="5788660" cy="1783080"/>
            </a:xfrm>
            <a:custGeom>
              <a:avLst/>
              <a:gdLst/>
              <a:ahLst/>
              <a:cxnLst/>
              <a:rect l="l" t="t" r="r" b="b"/>
              <a:pathLst>
                <a:path w="5788659" h="1783079">
                  <a:moveTo>
                    <a:pt x="5714631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710004"/>
                  </a:lnTo>
                  <a:lnTo>
                    <a:pt x="597" y="1719275"/>
                  </a:lnTo>
                  <a:lnTo>
                    <a:pt x="607" y="1719430"/>
                  </a:lnTo>
                  <a:lnTo>
                    <a:pt x="21280" y="1761612"/>
                  </a:lnTo>
                  <a:lnTo>
                    <a:pt x="63442" y="1782472"/>
                  </a:lnTo>
                  <a:lnTo>
                    <a:pt x="73075" y="1783079"/>
                  </a:lnTo>
                  <a:lnTo>
                    <a:pt x="5715000" y="1782724"/>
                  </a:lnTo>
                  <a:lnTo>
                    <a:pt x="5759370" y="1767670"/>
                  </a:lnTo>
                  <a:lnTo>
                    <a:pt x="5785631" y="1728722"/>
                  </a:lnTo>
                  <a:lnTo>
                    <a:pt x="5788052" y="1710004"/>
                  </a:lnTo>
                  <a:lnTo>
                    <a:pt x="5788075" y="1709635"/>
                  </a:lnTo>
                  <a:lnTo>
                    <a:pt x="5787720" y="73075"/>
                  </a:lnTo>
                  <a:lnTo>
                    <a:pt x="5772666" y="28705"/>
                  </a:lnTo>
                  <a:lnTo>
                    <a:pt x="5733672" y="2428"/>
                  </a:lnTo>
                  <a:lnTo>
                    <a:pt x="5724271" y="607"/>
                  </a:lnTo>
                  <a:lnTo>
                    <a:pt x="571463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51804" y="4480560"/>
              <a:ext cx="5788660" cy="1783080"/>
            </a:xfrm>
            <a:custGeom>
              <a:avLst/>
              <a:gdLst/>
              <a:ahLst/>
              <a:cxnLst/>
              <a:rect l="l" t="t" r="r" b="b"/>
              <a:pathLst>
                <a:path w="5788659" h="17830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46"/>
                  </a:lnTo>
                  <a:lnTo>
                    <a:pt x="73075" y="0"/>
                  </a:lnTo>
                  <a:lnTo>
                    <a:pt x="5714631" y="0"/>
                  </a:lnTo>
                  <a:lnTo>
                    <a:pt x="5759314" y="15104"/>
                  </a:lnTo>
                  <a:lnTo>
                    <a:pt x="5785289" y="54357"/>
                  </a:lnTo>
                  <a:lnTo>
                    <a:pt x="5787720" y="73075"/>
                  </a:lnTo>
                  <a:lnTo>
                    <a:pt x="5788075" y="1709635"/>
                  </a:lnTo>
                  <a:lnTo>
                    <a:pt x="5787468" y="1719275"/>
                  </a:lnTo>
                  <a:lnTo>
                    <a:pt x="5785646" y="1728676"/>
                  </a:lnTo>
                  <a:lnTo>
                    <a:pt x="5759370" y="1767670"/>
                  </a:lnTo>
                  <a:lnTo>
                    <a:pt x="5715000" y="1782724"/>
                  </a:lnTo>
                  <a:lnTo>
                    <a:pt x="73075" y="1783079"/>
                  </a:lnTo>
                  <a:lnTo>
                    <a:pt x="28398" y="1767975"/>
                  </a:lnTo>
                  <a:lnTo>
                    <a:pt x="2428" y="1728722"/>
                  </a:lnTo>
                  <a:lnTo>
                    <a:pt x="0" y="171000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021984" y="4558944"/>
            <a:ext cx="19450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49DD7F"/>
                </a:solidFill>
                <a:latin typeface="Calibri"/>
                <a:cs typeface="Calibri"/>
              </a:rPr>
              <a:t>Expected</a:t>
            </a:r>
            <a:r>
              <a:rPr sz="1600" b="1" spc="-3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9DD7F"/>
                </a:solidFill>
                <a:latin typeface="Calibri"/>
                <a:cs typeface="Calibri"/>
              </a:rPr>
              <a:t>Observations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22340" y="4852423"/>
            <a:ext cx="86995" cy="11811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35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35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35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35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35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65417" y="4880859"/>
            <a:ext cx="2927985" cy="118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4655">
              <a:lnSpc>
                <a:spcPct val="112300"/>
              </a:lnSpc>
              <a:spcBef>
                <a:spcPts val="100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3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created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Pipes</a:t>
            </a:r>
            <a:r>
              <a:rPr sz="13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connect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adjacent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processes Commands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concurrently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12300"/>
              </a:lnSpc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Intermediate</a:t>
            </a:r>
            <a:r>
              <a:rPr sz="135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3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moves</a:t>
            </a:r>
            <a:r>
              <a:rPr sz="13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13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pipes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displays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F66E945-FD9D-D69D-6C82-F1FD390F5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770" y="1663877"/>
            <a:ext cx="4077916" cy="270693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75" dirty="0">
                <a:solidFill>
                  <a:srgbClr val="21D2ED"/>
                </a:solidFill>
              </a:rPr>
              <a:t> </a:t>
            </a:r>
            <a:r>
              <a:rPr spc="-10" dirty="0"/>
              <a:t>Applications</a:t>
            </a:r>
            <a:r>
              <a:rPr spc="-7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Impact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340" y="1182420"/>
            <a:ext cx="3441700" cy="1521460"/>
            <a:chOff x="542340" y="1182420"/>
            <a:chExt cx="3441700" cy="1521460"/>
          </a:xfrm>
        </p:grpSpPr>
        <p:sp>
          <p:nvSpPr>
            <p:cNvPr id="4" name="object 4"/>
            <p:cNvSpPr/>
            <p:nvPr/>
          </p:nvSpPr>
          <p:spPr>
            <a:xfrm>
              <a:off x="548640" y="1188719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35684"/>
                  </a:lnTo>
                  <a:lnTo>
                    <a:pt x="594" y="1444955"/>
                  </a:lnTo>
                  <a:lnTo>
                    <a:pt x="607" y="1445160"/>
                  </a:lnTo>
                  <a:lnTo>
                    <a:pt x="2394" y="1454356"/>
                  </a:lnTo>
                  <a:lnTo>
                    <a:pt x="2428" y="1454535"/>
                  </a:lnTo>
                  <a:lnTo>
                    <a:pt x="5412" y="1463419"/>
                  </a:lnTo>
                  <a:lnTo>
                    <a:pt x="5464" y="1463575"/>
                  </a:lnTo>
                  <a:lnTo>
                    <a:pt x="9715" y="1472044"/>
                  </a:lnTo>
                  <a:lnTo>
                    <a:pt x="44984" y="1503295"/>
                  </a:lnTo>
                  <a:lnTo>
                    <a:pt x="73075" y="1508759"/>
                  </a:lnTo>
                  <a:lnTo>
                    <a:pt x="3355924" y="1508404"/>
                  </a:lnTo>
                  <a:lnTo>
                    <a:pt x="3400294" y="1493300"/>
                  </a:lnTo>
                  <a:lnTo>
                    <a:pt x="3426511" y="1454535"/>
                  </a:lnTo>
                  <a:lnTo>
                    <a:pt x="3426571" y="1454356"/>
                  </a:lnTo>
                  <a:lnTo>
                    <a:pt x="3428352" y="1445160"/>
                  </a:lnTo>
                  <a:lnTo>
                    <a:pt x="3428392" y="1444955"/>
                  </a:lnTo>
                  <a:lnTo>
                    <a:pt x="3428976" y="1435684"/>
                  </a:lnTo>
                  <a:lnTo>
                    <a:pt x="3429000" y="1435315"/>
                  </a:lnTo>
                  <a:lnTo>
                    <a:pt x="3428644" y="73075"/>
                  </a:lnTo>
                  <a:lnTo>
                    <a:pt x="3413540" y="28705"/>
                  </a:lnTo>
                  <a:lnTo>
                    <a:pt x="3374596" y="2428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40" y="1188719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4"/>
                  </a:lnTo>
                  <a:lnTo>
                    <a:pt x="3426213" y="54224"/>
                  </a:lnTo>
                  <a:lnTo>
                    <a:pt x="3428644" y="73075"/>
                  </a:lnTo>
                  <a:lnTo>
                    <a:pt x="3429000" y="1435315"/>
                  </a:lnTo>
                  <a:lnTo>
                    <a:pt x="3428392" y="1444955"/>
                  </a:lnTo>
                  <a:lnTo>
                    <a:pt x="3426571" y="1454356"/>
                  </a:lnTo>
                  <a:lnTo>
                    <a:pt x="3400294" y="1493300"/>
                  </a:lnTo>
                  <a:lnTo>
                    <a:pt x="3355924" y="1508404"/>
                  </a:lnTo>
                  <a:lnTo>
                    <a:pt x="73075" y="1508759"/>
                  </a:lnTo>
                  <a:lnTo>
                    <a:pt x="28555" y="1493655"/>
                  </a:lnTo>
                  <a:lnTo>
                    <a:pt x="2428" y="1454535"/>
                  </a:lnTo>
                  <a:lnTo>
                    <a:pt x="0" y="143568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444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599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199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Terminal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244" y="1425955"/>
              <a:ext cx="255600" cy="2556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49095" y="1426946"/>
            <a:ext cx="19780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Shell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Development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8819" y="1907184"/>
            <a:ext cx="25857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Helps</a:t>
            </a:r>
            <a:r>
              <a:rPr sz="1350" spc="-5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us</a:t>
            </a:r>
            <a:r>
              <a:rPr sz="135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understand</a:t>
            </a:r>
            <a:r>
              <a:rPr sz="135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how</a:t>
            </a:r>
            <a:r>
              <a:rPr sz="135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shells</a:t>
            </a:r>
            <a:r>
              <a:rPr sz="135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9EB2C7"/>
                </a:solidFill>
                <a:latin typeface="Calibri"/>
                <a:cs typeface="Calibri"/>
              </a:rPr>
              <a:t>build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command</a:t>
            </a:r>
            <a:r>
              <a:rPr sz="135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pipelines.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08499" y="1182420"/>
            <a:ext cx="3441700" cy="1521460"/>
            <a:chOff x="4108499" y="1182420"/>
            <a:chExt cx="3441700" cy="1521460"/>
          </a:xfrm>
        </p:grpSpPr>
        <p:sp>
          <p:nvSpPr>
            <p:cNvPr id="11" name="object 11"/>
            <p:cNvSpPr/>
            <p:nvPr/>
          </p:nvSpPr>
          <p:spPr>
            <a:xfrm>
              <a:off x="4114799" y="1188719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35684"/>
                  </a:lnTo>
                  <a:lnTo>
                    <a:pt x="594" y="1444955"/>
                  </a:lnTo>
                  <a:lnTo>
                    <a:pt x="607" y="1445160"/>
                  </a:lnTo>
                  <a:lnTo>
                    <a:pt x="2394" y="1454356"/>
                  </a:lnTo>
                  <a:lnTo>
                    <a:pt x="2428" y="1454535"/>
                  </a:lnTo>
                  <a:lnTo>
                    <a:pt x="28555" y="1493655"/>
                  </a:lnTo>
                  <a:lnTo>
                    <a:pt x="73075" y="1508759"/>
                  </a:lnTo>
                  <a:lnTo>
                    <a:pt x="3355924" y="1508404"/>
                  </a:lnTo>
                  <a:lnTo>
                    <a:pt x="3400294" y="1493300"/>
                  </a:lnTo>
                  <a:lnTo>
                    <a:pt x="3423458" y="1463575"/>
                  </a:lnTo>
                  <a:lnTo>
                    <a:pt x="3423535" y="1463419"/>
                  </a:lnTo>
                  <a:lnTo>
                    <a:pt x="3426511" y="1454535"/>
                  </a:lnTo>
                  <a:lnTo>
                    <a:pt x="3426571" y="1454356"/>
                  </a:lnTo>
                  <a:lnTo>
                    <a:pt x="3428352" y="1445160"/>
                  </a:lnTo>
                  <a:lnTo>
                    <a:pt x="3428392" y="1444955"/>
                  </a:lnTo>
                  <a:lnTo>
                    <a:pt x="3428976" y="1435684"/>
                  </a:lnTo>
                  <a:lnTo>
                    <a:pt x="3429000" y="1435315"/>
                  </a:lnTo>
                  <a:lnTo>
                    <a:pt x="3428644" y="73075"/>
                  </a:lnTo>
                  <a:lnTo>
                    <a:pt x="3413540" y="28705"/>
                  </a:lnTo>
                  <a:lnTo>
                    <a:pt x="3374596" y="2428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14799" y="1188719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4"/>
                  </a:lnTo>
                  <a:lnTo>
                    <a:pt x="3426213" y="54224"/>
                  </a:lnTo>
                  <a:lnTo>
                    <a:pt x="3428644" y="73075"/>
                  </a:lnTo>
                  <a:lnTo>
                    <a:pt x="3429000" y="1435315"/>
                  </a:lnTo>
                  <a:lnTo>
                    <a:pt x="3428392" y="1444955"/>
                  </a:lnTo>
                  <a:lnTo>
                    <a:pt x="3426571" y="1454356"/>
                  </a:lnTo>
                  <a:lnTo>
                    <a:pt x="3400294" y="1493300"/>
                  </a:lnTo>
                  <a:lnTo>
                    <a:pt x="3355924" y="1508404"/>
                  </a:lnTo>
                  <a:lnTo>
                    <a:pt x="73075" y="1508759"/>
                  </a:lnTo>
                  <a:lnTo>
                    <a:pt x="28555" y="1493655"/>
                  </a:lnTo>
                  <a:lnTo>
                    <a:pt x="2428" y="1454535"/>
                  </a:lnTo>
                  <a:lnTo>
                    <a:pt x="0" y="143568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1604" y="1325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39"/>
                  </a:lnTo>
                  <a:lnTo>
                    <a:pt x="114477" y="30594"/>
                  </a:lnTo>
                  <a:lnTo>
                    <a:pt x="67002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FileAlt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2404" y="1425955"/>
              <a:ext cx="255600" cy="2556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815255" y="1426946"/>
            <a:ext cx="13030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Log</a:t>
            </a:r>
            <a:r>
              <a:rPr sz="15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84979" y="1907184"/>
            <a:ext cx="2870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Connects</a:t>
            </a:r>
            <a:r>
              <a:rPr sz="135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commands</a:t>
            </a:r>
            <a:r>
              <a:rPr sz="135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to</a:t>
            </a:r>
            <a:r>
              <a:rPr sz="135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filter</a:t>
            </a:r>
            <a:r>
              <a:rPr sz="135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and</a:t>
            </a:r>
            <a:r>
              <a:rPr sz="135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analyze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log</a:t>
            </a:r>
            <a:r>
              <a:rPr sz="1350" spc="-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data.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2340" y="2828340"/>
            <a:ext cx="3441700" cy="1521460"/>
            <a:chOff x="542340" y="2828340"/>
            <a:chExt cx="3441700" cy="1521460"/>
          </a:xfrm>
        </p:grpSpPr>
        <p:sp>
          <p:nvSpPr>
            <p:cNvPr id="18" name="object 18"/>
            <p:cNvSpPr/>
            <p:nvPr/>
          </p:nvSpPr>
          <p:spPr>
            <a:xfrm>
              <a:off x="548640" y="2834640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35684"/>
                  </a:lnTo>
                  <a:lnTo>
                    <a:pt x="594" y="1444955"/>
                  </a:lnTo>
                  <a:lnTo>
                    <a:pt x="607" y="1445160"/>
                  </a:lnTo>
                  <a:lnTo>
                    <a:pt x="2394" y="1454356"/>
                  </a:lnTo>
                  <a:lnTo>
                    <a:pt x="2428" y="1454535"/>
                  </a:lnTo>
                  <a:lnTo>
                    <a:pt x="5412" y="1463419"/>
                  </a:lnTo>
                  <a:lnTo>
                    <a:pt x="36360" y="1499044"/>
                  </a:lnTo>
                  <a:lnTo>
                    <a:pt x="73075" y="1508760"/>
                  </a:lnTo>
                  <a:lnTo>
                    <a:pt x="3355924" y="1508404"/>
                  </a:lnTo>
                  <a:lnTo>
                    <a:pt x="3400294" y="1493300"/>
                  </a:lnTo>
                  <a:lnTo>
                    <a:pt x="3426511" y="1454535"/>
                  </a:lnTo>
                  <a:lnTo>
                    <a:pt x="3426571" y="1454356"/>
                  </a:lnTo>
                  <a:lnTo>
                    <a:pt x="3428352" y="1445160"/>
                  </a:lnTo>
                  <a:lnTo>
                    <a:pt x="3428392" y="1444955"/>
                  </a:lnTo>
                  <a:lnTo>
                    <a:pt x="3428976" y="1435684"/>
                  </a:lnTo>
                  <a:lnTo>
                    <a:pt x="3429000" y="1435315"/>
                  </a:lnTo>
                  <a:lnTo>
                    <a:pt x="3428644" y="73075"/>
                  </a:lnTo>
                  <a:lnTo>
                    <a:pt x="3413540" y="28705"/>
                  </a:lnTo>
                  <a:lnTo>
                    <a:pt x="3374596" y="2428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8640" y="2834640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4"/>
                  </a:lnTo>
                  <a:lnTo>
                    <a:pt x="3426213" y="54224"/>
                  </a:lnTo>
                  <a:lnTo>
                    <a:pt x="3428644" y="73075"/>
                  </a:lnTo>
                  <a:lnTo>
                    <a:pt x="3429000" y="1435315"/>
                  </a:lnTo>
                  <a:lnTo>
                    <a:pt x="3428392" y="1444955"/>
                  </a:lnTo>
                  <a:lnTo>
                    <a:pt x="3426571" y="1454356"/>
                  </a:lnTo>
                  <a:lnTo>
                    <a:pt x="3400294" y="1493300"/>
                  </a:lnTo>
                  <a:lnTo>
                    <a:pt x="3355924" y="1508404"/>
                  </a:lnTo>
                  <a:lnTo>
                    <a:pt x="73075" y="1508760"/>
                  </a:lnTo>
                  <a:lnTo>
                    <a:pt x="28555" y="1493655"/>
                  </a:lnTo>
                  <a:lnTo>
                    <a:pt x="2428" y="1454535"/>
                  </a:lnTo>
                  <a:lnTo>
                    <a:pt x="0" y="143568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5444" y="29714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599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199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 descr="Database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244" y="3071876"/>
              <a:ext cx="255600" cy="2556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249095" y="3072866"/>
            <a:ext cx="12731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5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8819" y="3553104"/>
            <a:ext cx="26447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50" spc="-20" dirty="0">
                <a:solidFill>
                  <a:srgbClr val="9EB2C7"/>
                </a:solidFill>
                <a:latin typeface="Calibri"/>
                <a:cs typeface="Calibri"/>
              </a:rPr>
              <a:t>Command-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based</a:t>
            </a:r>
            <a:r>
              <a:rPr sz="1350" spc="-2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filtering,</a:t>
            </a:r>
            <a:r>
              <a:rPr sz="1350" spc="-1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sorting</a:t>
            </a:r>
            <a:r>
              <a:rPr sz="1350" spc="-25" dirty="0">
                <a:solidFill>
                  <a:srgbClr val="9EB2C7"/>
                </a:solidFill>
                <a:latin typeface="Calibri"/>
                <a:cs typeface="Calibri"/>
              </a:rPr>
              <a:t> and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counting.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08499" y="2828340"/>
            <a:ext cx="3441700" cy="1521460"/>
            <a:chOff x="4108499" y="2828340"/>
            <a:chExt cx="3441700" cy="1521460"/>
          </a:xfrm>
        </p:grpSpPr>
        <p:sp>
          <p:nvSpPr>
            <p:cNvPr id="25" name="object 25"/>
            <p:cNvSpPr/>
            <p:nvPr/>
          </p:nvSpPr>
          <p:spPr>
            <a:xfrm>
              <a:off x="4114799" y="2834640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35684"/>
                  </a:lnTo>
                  <a:lnTo>
                    <a:pt x="15098" y="1480054"/>
                  </a:lnTo>
                  <a:lnTo>
                    <a:pt x="54046" y="1506331"/>
                  </a:lnTo>
                  <a:lnTo>
                    <a:pt x="73075" y="1508760"/>
                  </a:lnTo>
                  <a:lnTo>
                    <a:pt x="3355924" y="1508404"/>
                  </a:lnTo>
                  <a:lnTo>
                    <a:pt x="3400294" y="1493300"/>
                  </a:lnTo>
                  <a:lnTo>
                    <a:pt x="3423458" y="1463575"/>
                  </a:lnTo>
                  <a:lnTo>
                    <a:pt x="3423535" y="1463419"/>
                  </a:lnTo>
                  <a:lnTo>
                    <a:pt x="3426511" y="1454535"/>
                  </a:lnTo>
                  <a:lnTo>
                    <a:pt x="3426571" y="1454356"/>
                  </a:lnTo>
                  <a:lnTo>
                    <a:pt x="3428352" y="1445160"/>
                  </a:lnTo>
                  <a:lnTo>
                    <a:pt x="3428392" y="1444955"/>
                  </a:lnTo>
                  <a:lnTo>
                    <a:pt x="3428976" y="1435684"/>
                  </a:lnTo>
                  <a:lnTo>
                    <a:pt x="3429000" y="1435315"/>
                  </a:lnTo>
                  <a:lnTo>
                    <a:pt x="3428644" y="73075"/>
                  </a:lnTo>
                  <a:lnTo>
                    <a:pt x="3413540" y="28705"/>
                  </a:lnTo>
                  <a:lnTo>
                    <a:pt x="3374596" y="2428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14799" y="2834640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4"/>
                  </a:lnTo>
                  <a:lnTo>
                    <a:pt x="3426213" y="54224"/>
                  </a:lnTo>
                  <a:lnTo>
                    <a:pt x="3428644" y="73075"/>
                  </a:lnTo>
                  <a:lnTo>
                    <a:pt x="3429000" y="1435315"/>
                  </a:lnTo>
                  <a:lnTo>
                    <a:pt x="3428392" y="1444955"/>
                  </a:lnTo>
                  <a:lnTo>
                    <a:pt x="3426571" y="1454356"/>
                  </a:lnTo>
                  <a:lnTo>
                    <a:pt x="3400294" y="1493300"/>
                  </a:lnTo>
                  <a:lnTo>
                    <a:pt x="3355924" y="1508404"/>
                  </a:lnTo>
                  <a:lnTo>
                    <a:pt x="73075" y="1508760"/>
                  </a:lnTo>
                  <a:lnTo>
                    <a:pt x="28555" y="1493655"/>
                  </a:lnTo>
                  <a:lnTo>
                    <a:pt x="2428" y="1454535"/>
                  </a:lnTo>
                  <a:lnTo>
                    <a:pt x="0" y="143568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51604" y="29714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39"/>
                  </a:lnTo>
                  <a:lnTo>
                    <a:pt x="114477" y="30594"/>
                  </a:lnTo>
                  <a:lnTo>
                    <a:pt x="67002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 descr="Server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2404" y="3071876"/>
              <a:ext cx="255600" cy="2556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815255" y="3072866"/>
            <a:ext cx="18116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5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Administration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84979" y="3553104"/>
            <a:ext cx="29610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Shows</a:t>
            </a:r>
            <a:r>
              <a:rPr sz="135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the</a:t>
            </a:r>
            <a:r>
              <a:rPr sz="135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basics</a:t>
            </a:r>
            <a:r>
              <a:rPr sz="135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of</a:t>
            </a:r>
            <a:r>
              <a:rPr sz="135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automated</a:t>
            </a:r>
            <a:r>
              <a:rPr sz="135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command-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line</a:t>
            </a:r>
            <a:r>
              <a:rPr sz="135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workflows.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2340" y="4474260"/>
            <a:ext cx="3441700" cy="1521460"/>
            <a:chOff x="542340" y="4474260"/>
            <a:chExt cx="3441700" cy="1521460"/>
          </a:xfrm>
        </p:grpSpPr>
        <p:sp>
          <p:nvSpPr>
            <p:cNvPr id="32" name="object 32"/>
            <p:cNvSpPr/>
            <p:nvPr/>
          </p:nvSpPr>
          <p:spPr>
            <a:xfrm>
              <a:off x="548640" y="4480560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35684"/>
                  </a:lnTo>
                  <a:lnTo>
                    <a:pt x="594" y="1444955"/>
                  </a:lnTo>
                  <a:lnTo>
                    <a:pt x="607" y="1445160"/>
                  </a:lnTo>
                  <a:lnTo>
                    <a:pt x="2394" y="1454356"/>
                  </a:lnTo>
                  <a:lnTo>
                    <a:pt x="2428" y="1454535"/>
                  </a:lnTo>
                  <a:lnTo>
                    <a:pt x="5412" y="1463419"/>
                  </a:lnTo>
                  <a:lnTo>
                    <a:pt x="36360" y="1499044"/>
                  </a:lnTo>
                  <a:lnTo>
                    <a:pt x="73075" y="1508759"/>
                  </a:lnTo>
                  <a:lnTo>
                    <a:pt x="3355924" y="1508404"/>
                  </a:lnTo>
                  <a:lnTo>
                    <a:pt x="3400294" y="1493300"/>
                  </a:lnTo>
                  <a:lnTo>
                    <a:pt x="3426511" y="1454535"/>
                  </a:lnTo>
                  <a:lnTo>
                    <a:pt x="3426571" y="1454356"/>
                  </a:lnTo>
                  <a:lnTo>
                    <a:pt x="3428352" y="1445160"/>
                  </a:lnTo>
                  <a:lnTo>
                    <a:pt x="3428392" y="1444955"/>
                  </a:lnTo>
                  <a:lnTo>
                    <a:pt x="3428976" y="1435684"/>
                  </a:lnTo>
                  <a:lnTo>
                    <a:pt x="3429000" y="1435315"/>
                  </a:lnTo>
                  <a:lnTo>
                    <a:pt x="3428644" y="73075"/>
                  </a:lnTo>
                  <a:lnTo>
                    <a:pt x="3413540" y="28705"/>
                  </a:lnTo>
                  <a:lnTo>
                    <a:pt x="3374596" y="2428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8640" y="4480560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4"/>
                  </a:lnTo>
                  <a:lnTo>
                    <a:pt x="3426213" y="54224"/>
                  </a:lnTo>
                  <a:lnTo>
                    <a:pt x="3428644" y="73075"/>
                  </a:lnTo>
                  <a:lnTo>
                    <a:pt x="3429000" y="1435315"/>
                  </a:lnTo>
                  <a:lnTo>
                    <a:pt x="3428392" y="1444955"/>
                  </a:lnTo>
                  <a:lnTo>
                    <a:pt x="3426571" y="1454356"/>
                  </a:lnTo>
                  <a:lnTo>
                    <a:pt x="3400294" y="1493300"/>
                  </a:lnTo>
                  <a:lnTo>
                    <a:pt x="3355924" y="1508404"/>
                  </a:lnTo>
                  <a:lnTo>
                    <a:pt x="73075" y="1508759"/>
                  </a:lnTo>
                  <a:lnTo>
                    <a:pt x="28555" y="1493655"/>
                  </a:lnTo>
                  <a:lnTo>
                    <a:pt x="2428" y="1454535"/>
                  </a:lnTo>
                  <a:lnTo>
                    <a:pt x="0" y="143568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5444" y="46173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599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199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 descr="GraduationCap ic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244" y="4717796"/>
              <a:ext cx="255600" cy="2556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249095" y="4718786"/>
            <a:ext cx="1068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Education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8819" y="5199024"/>
            <a:ext cx="29781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Gives</a:t>
            </a:r>
            <a:r>
              <a:rPr sz="135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practical</a:t>
            </a:r>
            <a:r>
              <a:rPr sz="1350" spc="-3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learning</a:t>
            </a:r>
            <a:r>
              <a:rPr sz="1350" spc="-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of</a:t>
            </a:r>
            <a:r>
              <a:rPr sz="1350" spc="-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process</a:t>
            </a:r>
            <a:r>
              <a:rPr sz="1350" spc="-2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9EB2C7"/>
                </a:solidFill>
                <a:latin typeface="Calibri"/>
                <a:cs typeface="Calibri"/>
              </a:rPr>
              <a:t>creation </a:t>
            </a:r>
            <a:r>
              <a:rPr sz="1350" dirty="0">
                <a:solidFill>
                  <a:srgbClr val="9EB2C7"/>
                </a:solidFill>
                <a:latin typeface="Calibri"/>
                <a:cs typeface="Calibri"/>
              </a:rPr>
              <a:t>and</a:t>
            </a:r>
            <a:r>
              <a:rPr sz="1350" spc="-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9EB2C7"/>
                </a:solidFill>
                <a:latin typeface="Calibri"/>
                <a:cs typeface="Calibri"/>
              </a:rPr>
              <a:t>IPC.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108499" y="4474260"/>
            <a:ext cx="3441700" cy="1521460"/>
            <a:chOff x="4108499" y="4474260"/>
            <a:chExt cx="3441700" cy="1521460"/>
          </a:xfrm>
        </p:grpSpPr>
        <p:sp>
          <p:nvSpPr>
            <p:cNvPr id="39" name="object 39"/>
            <p:cNvSpPr/>
            <p:nvPr/>
          </p:nvSpPr>
          <p:spPr>
            <a:xfrm>
              <a:off x="4114799" y="4480560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35684"/>
                  </a:lnTo>
                  <a:lnTo>
                    <a:pt x="15098" y="1480054"/>
                  </a:lnTo>
                  <a:lnTo>
                    <a:pt x="54046" y="1506331"/>
                  </a:lnTo>
                  <a:lnTo>
                    <a:pt x="73075" y="1508759"/>
                  </a:lnTo>
                  <a:lnTo>
                    <a:pt x="3355924" y="1508404"/>
                  </a:lnTo>
                  <a:lnTo>
                    <a:pt x="3400294" y="1493300"/>
                  </a:lnTo>
                  <a:lnTo>
                    <a:pt x="3423458" y="1463575"/>
                  </a:lnTo>
                  <a:lnTo>
                    <a:pt x="3423535" y="1463419"/>
                  </a:lnTo>
                  <a:lnTo>
                    <a:pt x="3426511" y="1454535"/>
                  </a:lnTo>
                  <a:lnTo>
                    <a:pt x="3426571" y="1454356"/>
                  </a:lnTo>
                  <a:lnTo>
                    <a:pt x="3428352" y="1445160"/>
                  </a:lnTo>
                  <a:lnTo>
                    <a:pt x="3428392" y="1444955"/>
                  </a:lnTo>
                  <a:lnTo>
                    <a:pt x="3428976" y="1435684"/>
                  </a:lnTo>
                  <a:lnTo>
                    <a:pt x="3429000" y="1435315"/>
                  </a:lnTo>
                  <a:lnTo>
                    <a:pt x="3428644" y="73075"/>
                  </a:lnTo>
                  <a:lnTo>
                    <a:pt x="3413540" y="28705"/>
                  </a:lnTo>
                  <a:lnTo>
                    <a:pt x="3374596" y="2428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114799" y="4480560"/>
              <a:ext cx="3429000" cy="1508760"/>
            </a:xfrm>
            <a:custGeom>
              <a:avLst/>
              <a:gdLst/>
              <a:ahLst/>
              <a:cxnLst/>
              <a:rect l="l" t="t" r="r" b="b"/>
              <a:pathLst>
                <a:path w="3429000" h="15087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4"/>
                  </a:lnTo>
                  <a:lnTo>
                    <a:pt x="3426213" y="54224"/>
                  </a:lnTo>
                  <a:lnTo>
                    <a:pt x="3428644" y="73075"/>
                  </a:lnTo>
                  <a:lnTo>
                    <a:pt x="3429000" y="1435315"/>
                  </a:lnTo>
                  <a:lnTo>
                    <a:pt x="3428392" y="1444955"/>
                  </a:lnTo>
                  <a:lnTo>
                    <a:pt x="3426571" y="1454356"/>
                  </a:lnTo>
                  <a:lnTo>
                    <a:pt x="3400294" y="1493300"/>
                  </a:lnTo>
                  <a:lnTo>
                    <a:pt x="3355924" y="1508404"/>
                  </a:lnTo>
                  <a:lnTo>
                    <a:pt x="73075" y="1508759"/>
                  </a:lnTo>
                  <a:lnTo>
                    <a:pt x="28555" y="1493655"/>
                  </a:lnTo>
                  <a:lnTo>
                    <a:pt x="2428" y="1454535"/>
                  </a:lnTo>
                  <a:lnTo>
                    <a:pt x="0" y="143568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51604" y="46173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39"/>
                  </a:lnTo>
                  <a:lnTo>
                    <a:pt x="114477" y="30594"/>
                  </a:lnTo>
                  <a:lnTo>
                    <a:pt x="67002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 descr="Rocket ic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2404" y="4717796"/>
              <a:ext cx="255600" cy="2556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4814900" y="4718786"/>
            <a:ext cx="18770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49DD7F"/>
                </a:solidFill>
                <a:latin typeface="Calibri"/>
                <a:cs typeface="Calibri"/>
              </a:rPr>
              <a:t>Key</a:t>
            </a:r>
            <a:r>
              <a:rPr sz="1500" b="1" spc="-55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9DD7F"/>
                </a:solidFill>
                <a:latin typeface="Calibri"/>
                <a:cs typeface="Calibri"/>
              </a:rPr>
              <a:t>Learning</a:t>
            </a:r>
            <a:r>
              <a:rPr sz="1500" b="1" spc="-6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49DD7F"/>
                </a:solidFill>
                <a:latin typeface="Calibri"/>
                <a:cs typeface="Calibri"/>
              </a:rPr>
              <a:t>Outcomes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84979" y="5199011"/>
            <a:ext cx="304609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created,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pipes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connect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them,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descriptors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redirected,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how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parent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manages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children.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857184" y="1182064"/>
            <a:ext cx="3789045" cy="5041900"/>
            <a:chOff x="7857184" y="1182064"/>
            <a:chExt cx="3789045" cy="5041900"/>
          </a:xfrm>
        </p:grpSpPr>
        <p:sp>
          <p:nvSpPr>
            <p:cNvPr id="46" name="object 46"/>
            <p:cNvSpPr/>
            <p:nvPr/>
          </p:nvSpPr>
          <p:spPr>
            <a:xfrm>
              <a:off x="7863484" y="1188364"/>
              <a:ext cx="3776979" cy="5029200"/>
            </a:xfrm>
            <a:custGeom>
              <a:avLst/>
              <a:gdLst/>
              <a:ahLst/>
              <a:cxnLst/>
              <a:rect l="l" t="t" r="r" b="b"/>
              <a:pathLst>
                <a:path w="3776979" h="5029200">
                  <a:moveTo>
                    <a:pt x="37029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956111"/>
                  </a:lnTo>
                  <a:lnTo>
                    <a:pt x="594" y="4965389"/>
                  </a:lnTo>
                  <a:lnTo>
                    <a:pt x="607" y="4965589"/>
                  </a:lnTo>
                  <a:lnTo>
                    <a:pt x="2394" y="4974790"/>
                  </a:lnTo>
                  <a:lnTo>
                    <a:pt x="2428" y="4974967"/>
                  </a:lnTo>
                  <a:lnTo>
                    <a:pt x="5412" y="4983852"/>
                  </a:lnTo>
                  <a:lnTo>
                    <a:pt x="5464" y="4984007"/>
                  </a:lnTo>
                  <a:lnTo>
                    <a:pt x="36360" y="5019471"/>
                  </a:lnTo>
                  <a:lnTo>
                    <a:pt x="73075" y="5029200"/>
                  </a:lnTo>
                  <a:lnTo>
                    <a:pt x="3703320" y="5028831"/>
                  </a:lnTo>
                  <a:lnTo>
                    <a:pt x="3747690" y="5013740"/>
                  </a:lnTo>
                  <a:lnTo>
                    <a:pt x="3773907" y="4974967"/>
                  </a:lnTo>
                  <a:lnTo>
                    <a:pt x="3775749" y="4965589"/>
                  </a:lnTo>
                  <a:lnTo>
                    <a:pt x="3775788" y="4965389"/>
                  </a:lnTo>
                  <a:lnTo>
                    <a:pt x="3776373" y="4956111"/>
                  </a:lnTo>
                  <a:lnTo>
                    <a:pt x="3776395" y="4955755"/>
                  </a:lnTo>
                  <a:lnTo>
                    <a:pt x="3776040" y="73075"/>
                  </a:lnTo>
                  <a:lnTo>
                    <a:pt x="3760936" y="28698"/>
                  </a:lnTo>
                  <a:lnTo>
                    <a:pt x="3721992" y="2428"/>
                  </a:lnTo>
                  <a:lnTo>
                    <a:pt x="3712591" y="607"/>
                  </a:lnTo>
                  <a:lnTo>
                    <a:pt x="3702951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63484" y="1188364"/>
              <a:ext cx="3776979" cy="5029200"/>
            </a:xfrm>
            <a:custGeom>
              <a:avLst/>
              <a:gdLst/>
              <a:ahLst/>
              <a:cxnLst/>
              <a:rect l="l" t="t" r="r" b="b"/>
              <a:pathLst>
                <a:path w="3776979" h="50292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702951" y="0"/>
                  </a:lnTo>
                  <a:lnTo>
                    <a:pt x="3747484" y="15096"/>
                  </a:lnTo>
                  <a:lnTo>
                    <a:pt x="3773609" y="54219"/>
                  </a:lnTo>
                  <a:lnTo>
                    <a:pt x="3776040" y="73075"/>
                  </a:lnTo>
                  <a:lnTo>
                    <a:pt x="3776395" y="4955755"/>
                  </a:lnTo>
                  <a:lnTo>
                    <a:pt x="3775788" y="4965389"/>
                  </a:lnTo>
                  <a:lnTo>
                    <a:pt x="3773966" y="4974790"/>
                  </a:lnTo>
                  <a:lnTo>
                    <a:pt x="3747690" y="5013740"/>
                  </a:lnTo>
                  <a:lnTo>
                    <a:pt x="3703320" y="5028831"/>
                  </a:lnTo>
                  <a:lnTo>
                    <a:pt x="73075" y="5029200"/>
                  </a:lnTo>
                  <a:lnTo>
                    <a:pt x="28548" y="5014090"/>
                  </a:lnTo>
                  <a:lnTo>
                    <a:pt x="2428" y="4974967"/>
                  </a:lnTo>
                  <a:lnTo>
                    <a:pt x="0" y="495611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92440" y="137124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37" y="0"/>
                  </a:moveTo>
                  <a:lnTo>
                    <a:pt x="186348" y="8682"/>
                  </a:lnTo>
                  <a:lnTo>
                    <a:pt x="125641" y="33832"/>
                  </a:lnTo>
                  <a:lnTo>
                    <a:pt x="73666" y="73837"/>
                  </a:lnTo>
                  <a:lnTo>
                    <a:pt x="33845" y="125996"/>
                  </a:lnTo>
                  <a:lnTo>
                    <a:pt x="8550" y="186521"/>
                  </a:lnTo>
                  <a:lnTo>
                    <a:pt x="0" y="251637"/>
                  </a:lnTo>
                  <a:lnTo>
                    <a:pt x="2148" y="284579"/>
                  </a:lnTo>
                  <a:lnTo>
                    <a:pt x="19138" y="347773"/>
                  </a:lnTo>
                  <a:lnTo>
                    <a:pt x="52085" y="404684"/>
                  </a:lnTo>
                  <a:lnTo>
                    <a:pt x="98285" y="451132"/>
                  </a:lnTo>
                  <a:lnTo>
                    <a:pt x="155202" y="483931"/>
                  </a:lnTo>
                  <a:lnTo>
                    <a:pt x="218640" y="500776"/>
                  </a:lnTo>
                  <a:lnTo>
                    <a:pt x="251637" y="502920"/>
                  </a:lnTo>
                  <a:lnTo>
                    <a:pt x="284429" y="500776"/>
                  </a:lnTo>
                  <a:lnTo>
                    <a:pt x="347723" y="483931"/>
                  </a:lnTo>
                  <a:lnTo>
                    <a:pt x="404634" y="451132"/>
                  </a:lnTo>
                  <a:lnTo>
                    <a:pt x="450834" y="404684"/>
                  </a:lnTo>
                  <a:lnTo>
                    <a:pt x="483781" y="347773"/>
                  </a:lnTo>
                  <a:lnTo>
                    <a:pt x="500771" y="284579"/>
                  </a:lnTo>
                  <a:lnTo>
                    <a:pt x="502919" y="251637"/>
                  </a:lnTo>
                  <a:lnTo>
                    <a:pt x="500771" y="218690"/>
                  </a:lnTo>
                  <a:lnTo>
                    <a:pt x="483781" y="155500"/>
                  </a:lnTo>
                  <a:lnTo>
                    <a:pt x="450834" y="98583"/>
                  </a:lnTo>
                  <a:lnTo>
                    <a:pt x="404634" y="52130"/>
                  </a:lnTo>
                  <a:lnTo>
                    <a:pt x="347723" y="19282"/>
                  </a:lnTo>
                  <a:lnTo>
                    <a:pt x="284429" y="2198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21D2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 descr="Cogs ic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02955" y="1481759"/>
              <a:ext cx="281165" cy="281165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8719464" y="1457896"/>
            <a:ext cx="15608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1D2ED"/>
                </a:solidFill>
                <a:latin typeface="Calibri"/>
                <a:cs typeface="Calibri"/>
              </a:rPr>
              <a:t>Project</a:t>
            </a:r>
            <a:r>
              <a:rPr sz="2000" b="1" spc="-8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1D2ED"/>
                </a:solidFill>
                <a:latin typeface="Calibri"/>
                <a:cs typeface="Calibri"/>
              </a:rPr>
              <a:t>Impact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079740" y="2059457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079740" y="2643746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79740" y="3228022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79740" y="3812298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079740" y="4396587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079740" y="4752263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422817" y="2090064"/>
            <a:ext cx="2807970" cy="317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547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Demonstrates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process management</a:t>
            </a:r>
            <a:endParaRPr sz="1500">
              <a:latin typeface="Calibri"/>
              <a:cs typeface="Calibri"/>
            </a:endParaRPr>
          </a:p>
          <a:p>
            <a:pPr marL="12700" marR="421005">
              <a:lnSpc>
                <a:spcPct val="100000"/>
              </a:lnSpc>
              <a:spcBef>
                <a:spcPts val="10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Improves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understanding</a:t>
            </a:r>
            <a:r>
              <a:rPr sz="1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IPC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mechanisms</a:t>
            </a:r>
            <a:endParaRPr sz="1500">
              <a:latin typeface="Calibri"/>
              <a:cs typeface="Calibri"/>
            </a:endParaRPr>
          </a:p>
          <a:p>
            <a:pPr marL="12700" marR="585470">
              <a:lnSpc>
                <a:spcPct val="100000"/>
              </a:lnSpc>
              <a:spcBef>
                <a:spcPts val="10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Shows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concurrent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command execution</a:t>
            </a:r>
            <a:endParaRPr sz="1500">
              <a:latin typeface="Calibri"/>
              <a:cs typeface="Calibri"/>
            </a:endParaRPr>
          </a:p>
          <a:p>
            <a:pPr marL="12700" marR="40640">
              <a:lnSpc>
                <a:spcPct val="100000"/>
              </a:lnSpc>
              <a:spcBef>
                <a:spcPts val="10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Reduces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dependence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temporary files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Demonstrates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POSIX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Develops</a:t>
            </a:r>
            <a:r>
              <a:rPr sz="15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practical</a:t>
            </a:r>
            <a:r>
              <a:rPr sz="15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operating-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system programming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skills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1D2ED"/>
                </a:solidFill>
              </a:rPr>
              <a:t>$</a:t>
            </a:r>
            <a:r>
              <a:rPr spc="-80" dirty="0">
                <a:solidFill>
                  <a:srgbClr val="21D2ED"/>
                </a:solidFill>
              </a:rPr>
              <a:t> </a:t>
            </a:r>
            <a:r>
              <a:rPr spc="-10" dirty="0"/>
              <a:t>Conclusion</a:t>
            </a:r>
            <a:r>
              <a:rPr spc="-8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Future</a:t>
            </a:r>
            <a:r>
              <a:rPr spc="-80" dirty="0"/>
              <a:t> </a:t>
            </a:r>
            <a:r>
              <a:rPr spc="-10" dirty="0"/>
              <a:t>Scope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1984" y="1182064"/>
            <a:ext cx="5224780" cy="3670300"/>
            <a:chOff x="541984" y="1182064"/>
            <a:chExt cx="5224780" cy="3670300"/>
          </a:xfrm>
        </p:grpSpPr>
        <p:sp>
          <p:nvSpPr>
            <p:cNvPr id="4" name="object 4"/>
            <p:cNvSpPr/>
            <p:nvPr/>
          </p:nvSpPr>
          <p:spPr>
            <a:xfrm>
              <a:off x="548284" y="1188364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51386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584511"/>
                  </a:lnTo>
                  <a:lnTo>
                    <a:pt x="594" y="3593789"/>
                  </a:lnTo>
                  <a:lnTo>
                    <a:pt x="607" y="3593989"/>
                  </a:lnTo>
                  <a:lnTo>
                    <a:pt x="2394" y="3603190"/>
                  </a:lnTo>
                  <a:lnTo>
                    <a:pt x="2428" y="3603367"/>
                  </a:lnTo>
                  <a:lnTo>
                    <a:pt x="5412" y="3612252"/>
                  </a:lnTo>
                  <a:lnTo>
                    <a:pt x="5464" y="3612407"/>
                  </a:lnTo>
                  <a:lnTo>
                    <a:pt x="9715" y="3620871"/>
                  </a:lnTo>
                  <a:lnTo>
                    <a:pt x="44979" y="3652129"/>
                  </a:lnTo>
                  <a:lnTo>
                    <a:pt x="73075" y="3657600"/>
                  </a:lnTo>
                  <a:lnTo>
                    <a:pt x="5138991" y="3657231"/>
                  </a:lnTo>
                  <a:lnTo>
                    <a:pt x="5183369" y="3642140"/>
                  </a:lnTo>
                  <a:lnTo>
                    <a:pt x="5209589" y="3603367"/>
                  </a:lnTo>
                  <a:lnTo>
                    <a:pt x="5211433" y="3593989"/>
                  </a:lnTo>
                  <a:lnTo>
                    <a:pt x="5211472" y="3593789"/>
                  </a:lnTo>
                  <a:lnTo>
                    <a:pt x="5212057" y="3584511"/>
                  </a:lnTo>
                  <a:lnTo>
                    <a:pt x="5212080" y="3584155"/>
                  </a:lnTo>
                  <a:lnTo>
                    <a:pt x="5211711" y="73075"/>
                  </a:lnTo>
                  <a:lnTo>
                    <a:pt x="5196620" y="28698"/>
                  </a:lnTo>
                  <a:lnTo>
                    <a:pt x="5157670" y="2428"/>
                  </a:lnTo>
                  <a:lnTo>
                    <a:pt x="5148269" y="607"/>
                  </a:lnTo>
                  <a:lnTo>
                    <a:pt x="5138635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284" y="1188364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5138635" y="0"/>
                  </a:lnTo>
                  <a:lnTo>
                    <a:pt x="5183163" y="15096"/>
                  </a:lnTo>
                  <a:lnTo>
                    <a:pt x="5209282" y="54219"/>
                  </a:lnTo>
                  <a:lnTo>
                    <a:pt x="5211711" y="73075"/>
                  </a:lnTo>
                  <a:lnTo>
                    <a:pt x="5212080" y="3584155"/>
                  </a:lnTo>
                  <a:lnTo>
                    <a:pt x="5211472" y="3593789"/>
                  </a:lnTo>
                  <a:lnTo>
                    <a:pt x="5209649" y="3603190"/>
                  </a:lnTo>
                  <a:lnTo>
                    <a:pt x="5183369" y="3642140"/>
                  </a:lnTo>
                  <a:lnTo>
                    <a:pt x="5138991" y="3657231"/>
                  </a:lnTo>
                  <a:lnTo>
                    <a:pt x="73075" y="3657600"/>
                  </a:lnTo>
                  <a:lnTo>
                    <a:pt x="28548" y="3642490"/>
                  </a:lnTo>
                  <a:lnTo>
                    <a:pt x="2428" y="3603367"/>
                  </a:lnTo>
                  <a:lnTo>
                    <a:pt x="0" y="358451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4184" y="1285456"/>
            <a:ext cx="4747260" cy="2689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21D2ED"/>
                </a:solidFill>
                <a:latin typeface="Calibri"/>
                <a:cs typeface="Calibri"/>
              </a:rPr>
              <a:t>Conclusion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41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C-based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runs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commands concurrently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pipes.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1D2ED"/>
                </a:solidFill>
                <a:latin typeface="Courier New"/>
                <a:cs typeface="Courier New"/>
              </a:rPr>
              <a:t>fork()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1D2ED"/>
                </a:solidFill>
                <a:latin typeface="Courier New"/>
                <a:cs typeface="Courier New"/>
              </a:rPr>
              <a:t>pipe()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1D2ED"/>
                </a:solidFill>
                <a:latin typeface="Courier New"/>
                <a:cs typeface="Courier New"/>
              </a:rPr>
              <a:t>dup2()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21D2ED"/>
                </a:solidFill>
                <a:latin typeface="Courier New"/>
                <a:cs typeface="Courier New"/>
              </a:rPr>
              <a:t>execvp()</a:t>
            </a:r>
            <a:r>
              <a:rPr sz="1600" spc="-595" dirty="0">
                <a:solidFill>
                  <a:srgbClr val="21D2ED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21D2ED"/>
                </a:solidFill>
                <a:latin typeface="Courier New"/>
                <a:cs typeface="Courier New"/>
              </a:rPr>
              <a:t>waitpid()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12700" marR="316865">
              <a:lnSpc>
                <a:spcPct val="100000"/>
              </a:lnSpc>
              <a:spcBef>
                <a:spcPts val="6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builds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practical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knowledge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management, 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inter-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system programming.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1984" y="1175651"/>
            <a:ext cx="23272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9DD7F"/>
                </a:solidFill>
                <a:latin typeface="Calibri"/>
                <a:cs typeface="Calibri"/>
              </a:rPr>
              <a:t>Future</a:t>
            </a:r>
            <a:r>
              <a:rPr sz="2000" b="1" spc="-70" dirty="0">
                <a:solidFill>
                  <a:srgbClr val="49DD7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9DD7F"/>
                </a:solidFill>
                <a:latin typeface="Calibri"/>
                <a:cs typeface="Calibri"/>
              </a:rPr>
              <a:t>Enhancements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28740" y="1639264"/>
            <a:ext cx="2737485" cy="744220"/>
            <a:chOff x="6028740" y="1639264"/>
            <a:chExt cx="2737485" cy="744220"/>
          </a:xfrm>
        </p:grpSpPr>
        <p:sp>
          <p:nvSpPr>
            <p:cNvPr id="9" name="object 9"/>
            <p:cNvSpPr/>
            <p:nvPr/>
          </p:nvSpPr>
          <p:spPr>
            <a:xfrm>
              <a:off x="6035040" y="164556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19">
                  <a:moveTo>
                    <a:pt x="26514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15098" y="702809"/>
                  </a:lnTo>
                  <a:lnTo>
                    <a:pt x="54046" y="729089"/>
                  </a:lnTo>
                  <a:lnTo>
                    <a:pt x="73075" y="731520"/>
                  </a:lnTo>
                  <a:lnTo>
                    <a:pt x="2651760" y="731151"/>
                  </a:lnTo>
                  <a:lnTo>
                    <a:pt x="2696137" y="716060"/>
                  </a:lnTo>
                  <a:lnTo>
                    <a:pt x="2722347" y="677287"/>
                  </a:lnTo>
                  <a:lnTo>
                    <a:pt x="2724189" y="667909"/>
                  </a:lnTo>
                  <a:lnTo>
                    <a:pt x="2724228" y="667709"/>
                  </a:lnTo>
                  <a:lnTo>
                    <a:pt x="2724813" y="658431"/>
                  </a:lnTo>
                  <a:lnTo>
                    <a:pt x="2724835" y="658075"/>
                  </a:lnTo>
                  <a:lnTo>
                    <a:pt x="2724480" y="73075"/>
                  </a:lnTo>
                  <a:lnTo>
                    <a:pt x="2709381" y="28698"/>
                  </a:lnTo>
                  <a:lnTo>
                    <a:pt x="2670433" y="2428"/>
                  </a:lnTo>
                  <a:lnTo>
                    <a:pt x="2661036" y="607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35040" y="164556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651404" y="0"/>
                  </a:lnTo>
                  <a:lnTo>
                    <a:pt x="2695924" y="15096"/>
                  </a:lnTo>
                  <a:lnTo>
                    <a:pt x="2722051" y="54219"/>
                  </a:lnTo>
                  <a:lnTo>
                    <a:pt x="2724480" y="73075"/>
                  </a:lnTo>
                  <a:lnTo>
                    <a:pt x="2724835" y="658075"/>
                  </a:lnTo>
                  <a:lnTo>
                    <a:pt x="2724228" y="667709"/>
                  </a:lnTo>
                  <a:lnTo>
                    <a:pt x="2722406" y="677110"/>
                  </a:lnTo>
                  <a:lnTo>
                    <a:pt x="2696137" y="716060"/>
                  </a:lnTo>
                  <a:lnTo>
                    <a:pt x="2651760" y="731151"/>
                  </a:lnTo>
                  <a:lnTo>
                    <a:pt x="73075" y="731520"/>
                  </a:lnTo>
                  <a:lnTo>
                    <a:pt x="28555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26480" y="181979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60655" y="1892426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50E1E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88976" y="1808175"/>
            <a:ext cx="19812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complete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Linux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shell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863379" y="1639264"/>
            <a:ext cx="2737485" cy="744220"/>
            <a:chOff x="8863379" y="1639264"/>
            <a:chExt cx="2737485" cy="744220"/>
          </a:xfrm>
        </p:grpSpPr>
        <p:sp>
          <p:nvSpPr>
            <p:cNvPr id="15" name="object 15"/>
            <p:cNvSpPr/>
            <p:nvPr/>
          </p:nvSpPr>
          <p:spPr>
            <a:xfrm>
              <a:off x="8869679" y="164556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19">
                  <a:moveTo>
                    <a:pt x="26514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94" y="667709"/>
                  </a:lnTo>
                  <a:lnTo>
                    <a:pt x="607" y="667909"/>
                  </a:lnTo>
                  <a:lnTo>
                    <a:pt x="2394" y="677110"/>
                  </a:lnTo>
                  <a:lnTo>
                    <a:pt x="2428" y="677287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36360" y="721791"/>
                  </a:lnTo>
                  <a:lnTo>
                    <a:pt x="73075" y="731520"/>
                  </a:lnTo>
                  <a:lnTo>
                    <a:pt x="2651760" y="731151"/>
                  </a:lnTo>
                  <a:lnTo>
                    <a:pt x="2696137" y="716060"/>
                  </a:lnTo>
                  <a:lnTo>
                    <a:pt x="2722347" y="677287"/>
                  </a:lnTo>
                  <a:lnTo>
                    <a:pt x="2724189" y="667909"/>
                  </a:lnTo>
                  <a:lnTo>
                    <a:pt x="2724228" y="667709"/>
                  </a:lnTo>
                  <a:lnTo>
                    <a:pt x="2724813" y="658431"/>
                  </a:lnTo>
                  <a:lnTo>
                    <a:pt x="2724835" y="658075"/>
                  </a:lnTo>
                  <a:lnTo>
                    <a:pt x="2724480" y="73075"/>
                  </a:lnTo>
                  <a:lnTo>
                    <a:pt x="2709381" y="28698"/>
                  </a:lnTo>
                  <a:lnTo>
                    <a:pt x="2670433" y="2428"/>
                  </a:lnTo>
                  <a:lnTo>
                    <a:pt x="2661036" y="607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69679" y="164556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651404" y="0"/>
                  </a:lnTo>
                  <a:lnTo>
                    <a:pt x="2695924" y="15096"/>
                  </a:lnTo>
                  <a:lnTo>
                    <a:pt x="2722051" y="54219"/>
                  </a:lnTo>
                  <a:lnTo>
                    <a:pt x="2724480" y="73075"/>
                  </a:lnTo>
                  <a:lnTo>
                    <a:pt x="2724835" y="658075"/>
                  </a:lnTo>
                  <a:lnTo>
                    <a:pt x="2724228" y="667709"/>
                  </a:lnTo>
                  <a:lnTo>
                    <a:pt x="2722406" y="677110"/>
                  </a:lnTo>
                  <a:lnTo>
                    <a:pt x="2696137" y="716060"/>
                  </a:lnTo>
                  <a:lnTo>
                    <a:pt x="2651760" y="731151"/>
                  </a:lnTo>
                  <a:lnTo>
                    <a:pt x="73075" y="731520"/>
                  </a:lnTo>
                  <a:lnTo>
                    <a:pt x="28555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961119" y="181979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095295" y="1892426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50E1E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23616" y="1808175"/>
            <a:ext cx="14103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output redirection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28740" y="2462224"/>
            <a:ext cx="2737485" cy="744220"/>
            <a:chOff x="6028740" y="2462224"/>
            <a:chExt cx="2737485" cy="744220"/>
          </a:xfrm>
        </p:grpSpPr>
        <p:sp>
          <p:nvSpPr>
            <p:cNvPr id="21" name="object 21"/>
            <p:cNvSpPr/>
            <p:nvPr/>
          </p:nvSpPr>
          <p:spPr>
            <a:xfrm>
              <a:off x="6035040" y="246852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19">
                  <a:moveTo>
                    <a:pt x="26514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15098" y="702809"/>
                  </a:lnTo>
                  <a:lnTo>
                    <a:pt x="54046" y="729089"/>
                  </a:lnTo>
                  <a:lnTo>
                    <a:pt x="73075" y="731519"/>
                  </a:lnTo>
                  <a:lnTo>
                    <a:pt x="2651760" y="731151"/>
                  </a:lnTo>
                  <a:lnTo>
                    <a:pt x="2696137" y="716060"/>
                  </a:lnTo>
                  <a:lnTo>
                    <a:pt x="2722347" y="677287"/>
                  </a:lnTo>
                  <a:lnTo>
                    <a:pt x="2724189" y="667909"/>
                  </a:lnTo>
                  <a:lnTo>
                    <a:pt x="2724228" y="667709"/>
                  </a:lnTo>
                  <a:lnTo>
                    <a:pt x="2724813" y="658431"/>
                  </a:lnTo>
                  <a:lnTo>
                    <a:pt x="2724835" y="658075"/>
                  </a:lnTo>
                  <a:lnTo>
                    <a:pt x="2724480" y="73075"/>
                  </a:lnTo>
                  <a:lnTo>
                    <a:pt x="2709381" y="28698"/>
                  </a:lnTo>
                  <a:lnTo>
                    <a:pt x="2670433" y="2428"/>
                  </a:lnTo>
                  <a:lnTo>
                    <a:pt x="2661036" y="607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35040" y="246852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651404" y="0"/>
                  </a:lnTo>
                  <a:lnTo>
                    <a:pt x="2695924" y="15096"/>
                  </a:lnTo>
                  <a:lnTo>
                    <a:pt x="2722051" y="54219"/>
                  </a:lnTo>
                  <a:lnTo>
                    <a:pt x="2724480" y="73075"/>
                  </a:lnTo>
                  <a:lnTo>
                    <a:pt x="2724835" y="658075"/>
                  </a:lnTo>
                  <a:lnTo>
                    <a:pt x="2724228" y="667709"/>
                  </a:lnTo>
                  <a:lnTo>
                    <a:pt x="2722406" y="677110"/>
                  </a:lnTo>
                  <a:lnTo>
                    <a:pt x="2696137" y="716060"/>
                  </a:lnTo>
                  <a:lnTo>
                    <a:pt x="2651760" y="731151"/>
                  </a:lnTo>
                  <a:lnTo>
                    <a:pt x="73075" y="731519"/>
                  </a:lnTo>
                  <a:lnTo>
                    <a:pt x="28555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26480" y="264275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260655" y="2715386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50E1E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88976" y="2631135"/>
            <a:ext cx="20402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quoted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arguments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special</a:t>
            </a:r>
            <a:r>
              <a:rPr sz="12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characters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863379" y="2462224"/>
            <a:ext cx="2737485" cy="744220"/>
            <a:chOff x="8863379" y="2462224"/>
            <a:chExt cx="2737485" cy="744220"/>
          </a:xfrm>
        </p:grpSpPr>
        <p:sp>
          <p:nvSpPr>
            <p:cNvPr id="27" name="object 27"/>
            <p:cNvSpPr/>
            <p:nvPr/>
          </p:nvSpPr>
          <p:spPr>
            <a:xfrm>
              <a:off x="8869679" y="246852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19">
                  <a:moveTo>
                    <a:pt x="26514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94" y="667709"/>
                  </a:lnTo>
                  <a:lnTo>
                    <a:pt x="607" y="667909"/>
                  </a:lnTo>
                  <a:lnTo>
                    <a:pt x="2394" y="677110"/>
                  </a:lnTo>
                  <a:lnTo>
                    <a:pt x="2428" y="677287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36360" y="721791"/>
                  </a:lnTo>
                  <a:lnTo>
                    <a:pt x="73075" y="731519"/>
                  </a:lnTo>
                  <a:lnTo>
                    <a:pt x="2651760" y="731151"/>
                  </a:lnTo>
                  <a:lnTo>
                    <a:pt x="2696137" y="716060"/>
                  </a:lnTo>
                  <a:lnTo>
                    <a:pt x="2722347" y="677287"/>
                  </a:lnTo>
                  <a:lnTo>
                    <a:pt x="2724189" y="667909"/>
                  </a:lnTo>
                  <a:lnTo>
                    <a:pt x="2724228" y="667709"/>
                  </a:lnTo>
                  <a:lnTo>
                    <a:pt x="2724813" y="658431"/>
                  </a:lnTo>
                  <a:lnTo>
                    <a:pt x="2724835" y="658075"/>
                  </a:lnTo>
                  <a:lnTo>
                    <a:pt x="2724480" y="73075"/>
                  </a:lnTo>
                  <a:lnTo>
                    <a:pt x="2709381" y="28698"/>
                  </a:lnTo>
                  <a:lnTo>
                    <a:pt x="2670433" y="2428"/>
                  </a:lnTo>
                  <a:lnTo>
                    <a:pt x="2661036" y="607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69679" y="246852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651404" y="0"/>
                  </a:lnTo>
                  <a:lnTo>
                    <a:pt x="2695924" y="15096"/>
                  </a:lnTo>
                  <a:lnTo>
                    <a:pt x="2722051" y="54219"/>
                  </a:lnTo>
                  <a:lnTo>
                    <a:pt x="2724480" y="73075"/>
                  </a:lnTo>
                  <a:lnTo>
                    <a:pt x="2724835" y="658075"/>
                  </a:lnTo>
                  <a:lnTo>
                    <a:pt x="2724228" y="667709"/>
                  </a:lnTo>
                  <a:lnTo>
                    <a:pt x="2722406" y="677110"/>
                  </a:lnTo>
                  <a:lnTo>
                    <a:pt x="2696137" y="716060"/>
                  </a:lnTo>
                  <a:lnTo>
                    <a:pt x="2651760" y="731151"/>
                  </a:lnTo>
                  <a:lnTo>
                    <a:pt x="73075" y="731519"/>
                  </a:lnTo>
                  <a:lnTo>
                    <a:pt x="28555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61119" y="264275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095295" y="2715386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50E1E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23616" y="2631135"/>
            <a:ext cx="16008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background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process execution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28740" y="3285184"/>
            <a:ext cx="2737485" cy="744220"/>
            <a:chOff x="6028740" y="3285184"/>
            <a:chExt cx="2737485" cy="744220"/>
          </a:xfrm>
        </p:grpSpPr>
        <p:sp>
          <p:nvSpPr>
            <p:cNvPr id="33" name="object 33"/>
            <p:cNvSpPr/>
            <p:nvPr/>
          </p:nvSpPr>
          <p:spPr>
            <a:xfrm>
              <a:off x="6035040" y="329148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20">
                  <a:moveTo>
                    <a:pt x="26514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36360" y="721791"/>
                  </a:lnTo>
                  <a:lnTo>
                    <a:pt x="73075" y="731519"/>
                  </a:lnTo>
                  <a:lnTo>
                    <a:pt x="2651760" y="731151"/>
                  </a:lnTo>
                  <a:lnTo>
                    <a:pt x="2696137" y="716060"/>
                  </a:lnTo>
                  <a:lnTo>
                    <a:pt x="2722347" y="677287"/>
                  </a:lnTo>
                  <a:lnTo>
                    <a:pt x="2724813" y="658431"/>
                  </a:lnTo>
                  <a:lnTo>
                    <a:pt x="2724835" y="658075"/>
                  </a:lnTo>
                  <a:lnTo>
                    <a:pt x="2724480" y="73075"/>
                  </a:lnTo>
                  <a:lnTo>
                    <a:pt x="2709381" y="28698"/>
                  </a:lnTo>
                  <a:lnTo>
                    <a:pt x="2670433" y="2428"/>
                  </a:lnTo>
                  <a:lnTo>
                    <a:pt x="2661036" y="607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35040" y="329148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651404" y="0"/>
                  </a:lnTo>
                  <a:lnTo>
                    <a:pt x="2695924" y="15096"/>
                  </a:lnTo>
                  <a:lnTo>
                    <a:pt x="2722051" y="54219"/>
                  </a:lnTo>
                  <a:lnTo>
                    <a:pt x="2724480" y="73075"/>
                  </a:lnTo>
                  <a:lnTo>
                    <a:pt x="2724835" y="658075"/>
                  </a:lnTo>
                  <a:lnTo>
                    <a:pt x="2724228" y="667709"/>
                  </a:lnTo>
                  <a:lnTo>
                    <a:pt x="2722406" y="677110"/>
                  </a:lnTo>
                  <a:lnTo>
                    <a:pt x="2696137" y="716060"/>
                  </a:lnTo>
                  <a:lnTo>
                    <a:pt x="2651760" y="731151"/>
                  </a:lnTo>
                  <a:lnTo>
                    <a:pt x="73075" y="731519"/>
                  </a:lnTo>
                  <a:lnTo>
                    <a:pt x="28555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26480" y="346571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260655" y="3538347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50E1E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88976" y="3454095"/>
            <a:ext cx="2019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Improve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parsing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863379" y="3285184"/>
            <a:ext cx="2737485" cy="744220"/>
            <a:chOff x="8863379" y="3285184"/>
            <a:chExt cx="2737485" cy="744220"/>
          </a:xfrm>
        </p:grpSpPr>
        <p:sp>
          <p:nvSpPr>
            <p:cNvPr id="39" name="object 39"/>
            <p:cNvSpPr/>
            <p:nvPr/>
          </p:nvSpPr>
          <p:spPr>
            <a:xfrm>
              <a:off x="8869679" y="329148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20">
                  <a:moveTo>
                    <a:pt x="26514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94" y="667709"/>
                  </a:lnTo>
                  <a:lnTo>
                    <a:pt x="607" y="667909"/>
                  </a:lnTo>
                  <a:lnTo>
                    <a:pt x="2394" y="677110"/>
                  </a:lnTo>
                  <a:lnTo>
                    <a:pt x="2428" y="677287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36360" y="721791"/>
                  </a:lnTo>
                  <a:lnTo>
                    <a:pt x="73075" y="731519"/>
                  </a:lnTo>
                  <a:lnTo>
                    <a:pt x="2651760" y="731151"/>
                  </a:lnTo>
                  <a:lnTo>
                    <a:pt x="2696137" y="716060"/>
                  </a:lnTo>
                  <a:lnTo>
                    <a:pt x="2722347" y="677287"/>
                  </a:lnTo>
                  <a:lnTo>
                    <a:pt x="2724813" y="658431"/>
                  </a:lnTo>
                  <a:lnTo>
                    <a:pt x="2724835" y="658075"/>
                  </a:lnTo>
                  <a:lnTo>
                    <a:pt x="2724480" y="73075"/>
                  </a:lnTo>
                  <a:lnTo>
                    <a:pt x="2709381" y="28698"/>
                  </a:lnTo>
                  <a:lnTo>
                    <a:pt x="2670433" y="2428"/>
                  </a:lnTo>
                  <a:lnTo>
                    <a:pt x="2661036" y="607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869679" y="329148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651404" y="0"/>
                  </a:lnTo>
                  <a:lnTo>
                    <a:pt x="2695924" y="15096"/>
                  </a:lnTo>
                  <a:lnTo>
                    <a:pt x="2722051" y="54219"/>
                  </a:lnTo>
                  <a:lnTo>
                    <a:pt x="2724480" y="73075"/>
                  </a:lnTo>
                  <a:lnTo>
                    <a:pt x="2724835" y="658075"/>
                  </a:lnTo>
                  <a:lnTo>
                    <a:pt x="2724228" y="667709"/>
                  </a:lnTo>
                  <a:lnTo>
                    <a:pt x="2722406" y="677110"/>
                  </a:lnTo>
                  <a:lnTo>
                    <a:pt x="2696137" y="716060"/>
                  </a:lnTo>
                  <a:lnTo>
                    <a:pt x="2651760" y="731151"/>
                  </a:lnTo>
                  <a:lnTo>
                    <a:pt x="73075" y="731519"/>
                  </a:lnTo>
                  <a:lnTo>
                    <a:pt x="28555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961119" y="346571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095295" y="3538347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50E1E"/>
                </a:solidFill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423616" y="3454095"/>
            <a:ext cx="19310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unlimited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commands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028740" y="4108144"/>
            <a:ext cx="2737485" cy="744220"/>
            <a:chOff x="6028740" y="4108144"/>
            <a:chExt cx="2737485" cy="744220"/>
          </a:xfrm>
        </p:grpSpPr>
        <p:sp>
          <p:nvSpPr>
            <p:cNvPr id="45" name="object 45"/>
            <p:cNvSpPr/>
            <p:nvPr/>
          </p:nvSpPr>
          <p:spPr>
            <a:xfrm>
              <a:off x="6035040" y="411444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20">
                  <a:moveTo>
                    <a:pt x="26514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36360" y="721791"/>
                  </a:lnTo>
                  <a:lnTo>
                    <a:pt x="73075" y="731520"/>
                  </a:lnTo>
                  <a:lnTo>
                    <a:pt x="2651760" y="731151"/>
                  </a:lnTo>
                  <a:lnTo>
                    <a:pt x="2696137" y="716060"/>
                  </a:lnTo>
                  <a:lnTo>
                    <a:pt x="2722347" y="677287"/>
                  </a:lnTo>
                  <a:lnTo>
                    <a:pt x="2724813" y="658431"/>
                  </a:lnTo>
                  <a:lnTo>
                    <a:pt x="2724835" y="658075"/>
                  </a:lnTo>
                  <a:lnTo>
                    <a:pt x="2724480" y="73075"/>
                  </a:lnTo>
                  <a:lnTo>
                    <a:pt x="2709381" y="28698"/>
                  </a:lnTo>
                  <a:lnTo>
                    <a:pt x="2670433" y="2428"/>
                  </a:lnTo>
                  <a:lnTo>
                    <a:pt x="2661036" y="607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035040" y="411444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651404" y="0"/>
                  </a:lnTo>
                  <a:lnTo>
                    <a:pt x="2695924" y="15096"/>
                  </a:lnTo>
                  <a:lnTo>
                    <a:pt x="2722051" y="54219"/>
                  </a:lnTo>
                  <a:lnTo>
                    <a:pt x="2724480" y="73075"/>
                  </a:lnTo>
                  <a:lnTo>
                    <a:pt x="2724835" y="658075"/>
                  </a:lnTo>
                  <a:lnTo>
                    <a:pt x="2724228" y="667709"/>
                  </a:lnTo>
                  <a:lnTo>
                    <a:pt x="2722406" y="677110"/>
                  </a:lnTo>
                  <a:lnTo>
                    <a:pt x="2696137" y="716060"/>
                  </a:lnTo>
                  <a:lnTo>
                    <a:pt x="2651760" y="731151"/>
                  </a:lnTo>
                  <a:lnTo>
                    <a:pt x="73075" y="731520"/>
                  </a:lnTo>
                  <a:lnTo>
                    <a:pt x="28555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26480" y="4288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260655" y="4361307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50E1E"/>
                </a:solidFill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588976" y="4277055"/>
            <a:ext cx="12725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time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measurement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863379" y="4108144"/>
            <a:ext cx="2737485" cy="744220"/>
            <a:chOff x="8863379" y="4108144"/>
            <a:chExt cx="2737485" cy="744220"/>
          </a:xfrm>
        </p:grpSpPr>
        <p:sp>
          <p:nvSpPr>
            <p:cNvPr id="51" name="object 51"/>
            <p:cNvSpPr/>
            <p:nvPr/>
          </p:nvSpPr>
          <p:spPr>
            <a:xfrm>
              <a:off x="8869679" y="411444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20">
                  <a:moveTo>
                    <a:pt x="26514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658431"/>
                  </a:lnTo>
                  <a:lnTo>
                    <a:pt x="594" y="667709"/>
                  </a:lnTo>
                  <a:lnTo>
                    <a:pt x="607" y="667909"/>
                  </a:lnTo>
                  <a:lnTo>
                    <a:pt x="2394" y="677110"/>
                  </a:lnTo>
                  <a:lnTo>
                    <a:pt x="2428" y="677287"/>
                  </a:lnTo>
                  <a:lnTo>
                    <a:pt x="5412" y="686172"/>
                  </a:lnTo>
                  <a:lnTo>
                    <a:pt x="5464" y="686327"/>
                  </a:lnTo>
                  <a:lnTo>
                    <a:pt x="36360" y="721791"/>
                  </a:lnTo>
                  <a:lnTo>
                    <a:pt x="73075" y="731520"/>
                  </a:lnTo>
                  <a:lnTo>
                    <a:pt x="2651760" y="731151"/>
                  </a:lnTo>
                  <a:lnTo>
                    <a:pt x="2696137" y="716060"/>
                  </a:lnTo>
                  <a:lnTo>
                    <a:pt x="2722347" y="677287"/>
                  </a:lnTo>
                  <a:lnTo>
                    <a:pt x="2724813" y="658431"/>
                  </a:lnTo>
                  <a:lnTo>
                    <a:pt x="2724835" y="658075"/>
                  </a:lnTo>
                  <a:lnTo>
                    <a:pt x="2724480" y="73075"/>
                  </a:lnTo>
                  <a:lnTo>
                    <a:pt x="2709381" y="28698"/>
                  </a:lnTo>
                  <a:lnTo>
                    <a:pt x="2670433" y="2428"/>
                  </a:lnTo>
                  <a:lnTo>
                    <a:pt x="2661036" y="607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0F2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869679" y="4114444"/>
              <a:ext cx="2725420" cy="731520"/>
            </a:xfrm>
            <a:custGeom>
              <a:avLst/>
              <a:gdLst/>
              <a:ahLst/>
              <a:cxnLst/>
              <a:rect l="l" t="t" r="r" b="b"/>
              <a:pathLst>
                <a:path w="2725420" h="731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2651404" y="0"/>
                  </a:lnTo>
                  <a:lnTo>
                    <a:pt x="2695924" y="15096"/>
                  </a:lnTo>
                  <a:lnTo>
                    <a:pt x="2722051" y="54219"/>
                  </a:lnTo>
                  <a:lnTo>
                    <a:pt x="2724480" y="73075"/>
                  </a:lnTo>
                  <a:lnTo>
                    <a:pt x="2724835" y="658075"/>
                  </a:lnTo>
                  <a:lnTo>
                    <a:pt x="2724228" y="667709"/>
                  </a:lnTo>
                  <a:lnTo>
                    <a:pt x="2722406" y="677110"/>
                  </a:lnTo>
                  <a:lnTo>
                    <a:pt x="2696137" y="716060"/>
                  </a:lnTo>
                  <a:lnTo>
                    <a:pt x="2651760" y="731151"/>
                  </a:lnTo>
                  <a:lnTo>
                    <a:pt x="73075" y="731520"/>
                  </a:lnTo>
                  <a:lnTo>
                    <a:pt x="28555" y="716410"/>
                  </a:lnTo>
                  <a:lnTo>
                    <a:pt x="2428" y="677287"/>
                  </a:lnTo>
                  <a:lnTo>
                    <a:pt x="0" y="65843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961119" y="4288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9D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9095295" y="4361307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50E1E"/>
                </a:solidFill>
                <a:latin typeface="Calibri"/>
                <a:cs typeface="Calibri"/>
              </a:rPr>
              <a:t>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423616" y="4277055"/>
            <a:ext cx="18338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Improve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monitoring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41984" y="5022544"/>
            <a:ext cx="11104245" cy="1292860"/>
            <a:chOff x="541984" y="5022544"/>
            <a:chExt cx="11104245" cy="1292860"/>
          </a:xfrm>
        </p:grpSpPr>
        <p:sp>
          <p:nvSpPr>
            <p:cNvPr id="57" name="object 57"/>
            <p:cNvSpPr/>
            <p:nvPr/>
          </p:nvSpPr>
          <p:spPr>
            <a:xfrm>
              <a:off x="548284" y="5028844"/>
              <a:ext cx="11092180" cy="1280160"/>
            </a:xfrm>
            <a:custGeom>
              <a:avLst/>
              <a:gdLst/>
              <a:ahLst/>
              <a:cxnLst/>
              <a:rect l="l" t="t" r="r" b="b"/>
              <a:pathLst>
                <a:path w="11092180" h="1280160">
                  <a:moveTo>
                    <a:pt x="110181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07071"/>
                  </a:lnTo>
                  <a:lnTo>
                    <a:pt x="594" y="1216349"/>
                  </a:lnTo>
                  <a:lnTo>
                    <a:pt x="607" y="1216549"/>
                  </a:lnTo>
                  <a:lnTo>
                    <a:pt x="2394" y="1225750"/>
                  </a:lnTo>
                  <a:lnTo>
                    <a:pt x="2428" y="1225927"/>
                  </a:lnTo>
                  <a:lnTo>
                    <a:pt x="28548" y="1265050"/>
                  </a:lnTo>
                  <a:lnTo>
                    <a:pt x="73075" y="1280160"/>
                  </a:lnTo>
                  <a:lnTo>
                    <a:pt x="11018520" y="1279791"/>
                  </a:lnTo>
                  <a:lnTo>
                    <a:pt x="11062890" y="1264700"/>
                  </a:lnTo>
                  <a:lnTo>
                    <a:pt x="11089107" y="1225927"/>
                  </a:lnTo>
                  <a:lnTo>
                    <a:pt x="11091573" y="1207071"/>
                  </a:lnTo>
                  <a:lnTo>
                    <a:pt x="11091595" y="1206715"/>
                  </a:lnTo>
                  <a:lnTo>
                    <a:pt x="11091240" y="73075"/>
                  </a:lnTo>
                  <a:lnTo>
                    <a:pt x="11076136" y="28698"/>
                  </a:lnTo>
                  <a:lnTo>
                    <a:pt x="11037192" y="2428"/>
                  </a:lnTo>
                  <a:lnTo>
                    <a:pt x="11027791" y="607"/>
                  </a:lnTo>
                  <a:lnTo>
                    <a:pt x="11018151" y="0"/>
                  </a:lnTo>
                  <a:close/>
                </a:path>
              </a:pathLst>
            </a:custGeom>
            <a:solidFill>
              <a:srgbClr val="05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48284" y="5028844"/>
              <a:ext cx="11092180" cy="1280160"/>
            </a:xfrm>
            <a:custGeom>
              <a:avLst/>
              <a:gdLst/>
              <a:ahLst/>
              <a:cxnLst/>
              <a:rect l="l" t="t" r="r" b="b"/>
              <a:pathLst>
                <a:path w="11092180" h="12801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1018151" y="0"/>
                  </a:lnTo>
                  <a:lnTo>
                    <a:pt x="11062684" y="15096"/>
                  </a:lnTo>
                  <a:lnTo>
                    <a:pt x="11088809" y="54219"/>
                  </a:lnTo>
                  <a:lnTo>
                    <a:pt x="11091240" y="73075"/>
                  </a:lnTo>
                  <a:lnTo>
                    <a:pt x="11091595" y="1206715"/>
                  </a:lnTo>
                  <a:lnTo>
                    <a:pt x="11090988" y="1216349"/>
                  </a:lnTo>
                  <a:lnTo>
                    <a:pt x="11089166" y="1225750"/>
                  </a:lnTo>
                  <a:lnTo>
                    <a:pt x="11062890" y="1264700"/>
                  </a:lnTo>
                  <a:lnTo>
                    <a:pt x="11018520" y="1279791"/>
                  </a:lnTo>
                  <a:lnTo>
                    <a:pt x="73075" y="1280160"/>
                  </a:lnTo>
                  <a:lnTo>
                    <a:pt x="28548" y="1265050"/>
                  </a:lnTo>
                  <a:lnTo>
                    <a:pt x="2428" y="1225927"/>
                  </a:lnTo>
                  <a:lnTo>
                    <a:pt x="0" y="120707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34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09904" y="4839182"/>
            <a:ext cx="4292600" cy="116332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5"/>
              </a:spcBef>
            </a:pPr>
            <a:r>
              <a:rPr sz="3200" b="1" dirty="0">
                <a:solidFill>
                  <a:srgbClr val="21D2ED"/>
                </a:solidFill>
                <a:latin typeface="Calibri"/>
                <a:cs typeface="Calibri"/>
              </a:rPr>
              <a:t>THANK</a:t>
            </a:r>
            <a:r>
              <a:rPr sz="3200" b="1" spc="-100" dirty="0">
                <a:solidFill>
                  <a:srgbClr val="21D2ED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21D2ED"/>
                </a:solidFill>
                <a:latin typeface="Calibri"/>
                <a:cs typeface="Calibri"/>
              </a:rPr>
              <a:t>YOU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500" i="1" spc="-20" dirty="0">
                <a:solidFill>
                  <a:srgbClr val="FFFFFF"/>
                </a:solidFill>
                <a:latin typeface="Calibri"/>
                <a:cs typeface="Calibri"/>
              </a:rPr>
              <a:t>“Efficient</a:t>
            </a:r>
            <a:r>
              <a:rPr sz="150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FFFFFF"/>
                </a:solidFill>
                <a:latin typeface="Calibri"/>
                <a:cs typeface="Calibri"/>
              </a:rPr>
              <a:t>Pipes.”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662064" y="5069849"/>
            <a:ext cx="2280285" cy="110045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P</a:t>
            </a:r>
            <a:r>
              <a:rPr sz="1100" b="1" spc="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R</a:t>
            </a:r>
            <a:r>
              <a:rPr sz="1100" b="1" spc="4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E</a:t>
            </a:r>
            <a:r>
              <a:rPr sz="1100" b="1" spc="3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S</a:t>
            </a:r>
            <a:r>
              <a:rPr sz="1100" b="1" spc="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E</a:t>
            </a:r>
            <a:r>
              <a:rPr sz="1100" b="1" spc="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N</a:t>
            </a:r>
            <a:r>
              <a:rPr sz="1100" b="1" spc="4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T</a:t>
            </a:r>
            <a:r>
              <a:rPr sz="1100" b="1" spc="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E</a:t>
            </a:r>
            <a:r>
              <a:rPr sz="1100" b="1" spc="50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D</a:t>
            </a:r>
            <a:r>
              <a:rPr sz="1100" b="1" spc="165" dirty="0">
                <a:solidFill>
                  <a:srgbClr val="9EB2C7"/>
                </a:solidFill>
                <a:latin typeface="Calibri"/>
                <a:cs typeface="Calibri"/>
              </a:rPr>
              <a:t>  </a:t>
            </a:r>
            <a:r>
              <a:rPr sz="1100" b="1" dirty="0">
                <a:solidFill>
                  <a:srgbClr val="9EB2C7"/>
                </a:solidFill>
                <a:latin typeface="Calibri"/>
                <a:cs typeface="Calibri"/>
              </a:rPr>
              <a:t>B</a:t>
            </a:r>
            <a:r>
              <a:rPr sz="1100" b="1" spc="15" dirty="0">
                <a:solidFill>
                  <a:srgbClr val="9EB2C7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9EB2C7"/>
                </a:solidFill>
                <a:latin typeface="Calibri"/>
                <a:cs typeface="Calibri"/>
              </a:rPr>
              <a:t>Y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7900"/>
              </a:lnSpc>
              <a:spcBef>
                <a:spcPts val="54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Bathula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Neha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2520090013 Chakrika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Reddy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2520090044 Harshika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2520090047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Multi-Process</a:t>
            </a:r>
            <a:r>
              <a:rPr spc="-15" dirty="0"/>
              <a:t> </a:t>
            </a:r>
            <a:r>
              <a:rPr spc="-10" dirty="0"/>
              <a:t>Command</a:t>
            </a:r>
            <a:r>
              <a:rPr spc="-20" dirty="0"/>
              <a:t> </a:t>
            </a:r>
            <a:r>
              <a:rPr dirty="0"/>
              <a:t>Pipeline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41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OSSP</a:t>
            </a:r>
            <a:r>
              <a:rPr spc="425" dirty="0"/>
              <a:t> </a:t>
            </a:r>
            <a:r>
              <a:rPr dirty="0"/>
              <a:t>|</a:t>
            </a:r>
            <a:r>
              <a:rPr spc="430" dirty="0"/>
              <a:t> </a:t>
            </a:r>
            <a:r>
              <a:rPr dirty="0"/>
              <a:t>CSIT</a:t>
            </a:r>
            <a:r>
              <a:rPr spc="425" dirty="0"/>
              <a:t> </a:t>
            </a:r>
            <a:r>
              <a:rPr dirty="0"/>
              <a:t>|</a:t>
            </a:r>
            <a:r>
              <a:rPr spc="420" dirty="0"/>
              <a:t> </a:t>
            </a:r>
            <a:r>
              <a:rPr spc="-20" dirty="0"/>
              <a:t>2026–2027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2237</Words>
  <Application>Microsoft Office PowerPoint</Application>
  <PresentationFormat>Widescreen</PresentationFormat>
  <Paragraphs>470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Office Theme</vt:lpstr>
      <vt:lpstr>MULTI-PROCESS COMMAND PIPELINE SYSTEM</vt:lpstr>
      <vt:lpstr>$ Introduction</vt:lpstr>
      <vt:lpstr>$ Problem Statement</vt:lpstr>
      <vt:lpstr>$ Project Objectives</vt:lpstr>
      <vt:lpstr>$ Existing vs Proposed System</vt:lpstr>
      <vt:lpstr>$ System Architecture</vt:lpstr>
      <vt:lpstr>$ Working of Our System</vt:lpstr>
      <vt:lpstr>$ Technologies and Tools</vt:lpstr>
      <vt:lpstr>$ Implementation Methodology</vt:lpstr>
      <vt:lpstr>$ Core Implementation</vt:lpstr>
      <vt:lpstr>$ Features Implemented</vt:lpstr>
      <vt:lpstr>$ Testing and Validation</vt:lpstr>
      <vt:lpstr>$ Results and Output</vt:lpstr>
      <vt:lpstr>$ Applications and Impact</vt:lpstr>
      <vt:lpstr>$ Conclusion and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Multi-Process Command Pipeline System</dc:title>
  <dc:subject>OSSP Project – CSIT – 2026–2027</dc:subject>
  <dc:creator>Bathula Neha, Chakrika Reddy, Harshika</dc:creator>
  <cp:lastModifiedBy>DEVA K</cp:lastModifiedBy>
  <cp:revision>3</cp:revision>
  <dcterms:created xsi:type="dcterms:W3CDTF">2026-10-17T04:59:14Z</dcterms:created>
  <dcterms:modified xsi:type="dcterms:W3CDTF">2026-10-17T05:21:37Z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2026-10-17T00:00:00Z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2026-10-17T00:00:00Z</vt:filetime>
  </property>
</Properties>
</file>